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CEDAR SENSOR NETWORK  •  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Staged pilot pays back in 2.8 years — approve Cedar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1672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7F"/>
                </a:solidFill>
                <a:latin typeface="Arial"/>
              </a:defRPr>
            </a:pPr>
            <a:r>
              <a:t>Field sensor rollout  •  For the engineering steering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1672" cy="123444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92608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64008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67712"/>
            <a:ext cx="3657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Start bounded. Verify results before any wider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75304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One-off pilot 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3611880"/>
            <a:ext cx="3575304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80k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Recurring annual saving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611880"/>
            <a:ext cx="3575304" cy="16002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220 ÷ 80 = 2.8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Decision requested today: approve the staged pilot and its 220k investment.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PERFORMANCE  • 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Actual readings reached 92.6% of target across the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6809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Actual vs target by quarter  (units: readings)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10512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70448"/>
            <a:ext cx="7680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7F"/>
                </a:solidFill>
                <a:latin typeface="Arial"/>
              </a:defRPr>
            </a:pPr>
            <a:r>
              <a:t>All eight values labelled on bars. Units: readings. Value axis starts at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10512"/>
            <a:ext cx="3044952" cy="3977639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2029968"/>
            <a:ext cx="25328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514600"/>
            <a:ext cx="2532888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Total: 3,370 actual vs 3,640 target (−270)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Closest: Q1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Widest gap: Q3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Short in all four quarters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4892040"/>
            <a:ext cx="25328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Close, but not yet at target — pilot must close the gap.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SITE COMPARISON  •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Central carries most volume but the lowest on-time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1323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10512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709160"/>
            <a:ext cx="7132320" cy="109728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864608"/>
            <a:ext cx="66202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North is most reliable on time (95%). Central needs hardware attention; South needs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10512"/>
            <a:ext cx="3593592" cy="399592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029968"/>
            <a:ext cx="308152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2400E"/>
                </a:solidFill>
                <a:latin typeface="Arial"/>
              </a:defRPr>
            </a:pPr>
            <a:r>
              <a:t>⚠  IMPORTANT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423160"/>
            <a:ext cx="3081528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66160"/>
            <a:ext cx="3081528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 not scale until pilot evidence confirms performance at each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983480"/>
            <a:ext cx="308152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2400E"/>
                </a:solidFill>
                <a:latin typeface="Arial"/>
              </a:defRPr>
            </a:pPr>
            <a:r>
              <a:t>This gate protects the 220k investment.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PROCESS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Validate before scaling: four steps to a confident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7F"/>
                </a:solidFill>
                <a:latin typeface="Arial"/>
              </a:defRPr>
            </a:pPr>
            <a:r>
              <a:t>Staged pilot process — each step must complete before the next begins.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788920"/>
            <a:ext cx="283464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52744" y="2788920"/>
            <a:ext cx="283464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96528" y="2788920"/>
            <a:ext cx="283464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256032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Deploy pilot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011680"/>
            <a:ext cx="2560320" cy="1554480"/>
          </a:xfrm>
          <a:prstGeom prst="round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9456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69748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Tune to site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11680"/>
            <a:ext cx="2560320" cy="155448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19456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9748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Check readings against target — decision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2011680"/>
            <a:ext cx="2560320" cy="1554480"/>
          </a:xfrm>
          <a:prstGeom prst="round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19456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9748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Track ongoing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70332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B4D"/>
                </a:solidFill>
                <a:latin typeface="Arial"/>
              </a:defRPr>
            </a:pPr>
            <a:r>
              <a:t>▲  Verify here before wider rollout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11091672" cy="132588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526280"/>
            <a:ext cx="292608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846320"/>
            <a:ext cx="10515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Approve a staged pilot today — 220k investment, 80k / year saving, 2.8-year payback.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