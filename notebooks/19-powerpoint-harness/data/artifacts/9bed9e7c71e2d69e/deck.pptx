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950</c:v>
                </c:pt>
                <c:pt idx="1">
                  <c:v>840</c:v>
                </c:pt>
                <c:pt idx="2">
                  <c:v>850</c:v>
                </c:pt>
                <c:pt idx="3">
                  <c:v>730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172B4D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980</c:v>
                </c:pt>
                <c:pt idx="1">
                  <c:v>900</c:v>
                </c:pt>
                <c:pt idx="2">
                  <c:v>960</c:v>
                </c:pt>
                <c:pt idx="3">
                  <c:v>800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Approve a staged pilot — payback in 3.1 years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Cedar sensor network  •  Field sensor rollout  •  Engineering steering group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1183112" cy="118872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27048"/>
            <a:ext cx="10634472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RECOMMENDATION:  Approve a staged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1063447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Pilot first, verify results, then hold a go/no-go checkpoint before any wider rollout.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80360"/>
            <a:ext cx="356616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$250k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356616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Investment (one-time)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4114800"/>
            <a:ext cx="35661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315968" y="2880360"/>
            <a:ext cx="356616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$80k /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3621024"/>
            <a:ext cx="356616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Annual saving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15968" y="4114800"/>
            <a:ext cx="3566159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19872" y="2880360"/>
            <a:ext cx="356616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3.1 years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2" y="3621024"/>
            <a:ext cx="356616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Simple payback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19872" y="4114800"/>
            <a:ext cx="35661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2920" y="4279392"/>
            <a:ext cx="11183112" cy="50292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79976"/>
            <a:ext cx="10634472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Simple payback  =  investment / annual saving  =  $250k / $80k  =  3.1 years  (rounded to one decimal)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956048"/>
            <a:ext cx="3544824" cy="15544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5065776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Why staged?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5687568"/>
            <a:ext cx="3325368" cy="71323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Limits exposure while real field performance is proven.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2064" y="4956048"/>
            <a:ext cx="3544824" cy="15544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1792" y="5065776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Why now?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1792" y="5687568"/>
            <a:ext cx="3325368" cy="71323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Actual readings trail target in every quarter (Slide 2).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41208" y="4956048"/>
            <a:ext cx="3544824" cy="15544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50936" y="5065776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Guardrail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5687568"/>
            <a:ext cx="3325368" cy="71323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Verify the pilot before wider rollout (Slide 3).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Actual readings trail target in every quarter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Cedar sensor network  •  Quarterly performance  •  Units: readings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749807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Actual vs target — readings per quarter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783080"/>
          <a:ext cx="7498079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833872"/>
            <a:ext cx="7498079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B82"/>
                </a:solidFill>
                <a:latin typeface="Arial"/>
              </a:defRPr>
            </a:pPr>
            <a:r>
              <a:t>Value axis: readings. All eight values are labelled on the chart.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371600"/>
            <a:ext cx="3410712" cy="438912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536192"/>
            <a:ext cx="28620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Gap to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011680"/>
            <a:ext cx="2862072" cy="2011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Q1:  950 vs 980  (−30)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Q2:  840 vs 900  (−60)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Q3:  850 vs 960  (−110)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Q4:  730 vs 800  (−70)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549640" y="4160520"/>
            <a:ext cx="2862072" cy="0"/>
          </a:xfrm>
          <a:prstGeom prst="line">
            <a:avLst/>
          </a:prstGeom>
          <a:ln w="28575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549640" y="4297680"/>
            <a:ext cx="2862072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Arial"/>
              </a:defRPr>
            </a:pPr>
            <a:r>
              <a:t>Largest gap is Q3 (−110 readings). No quarter met target.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6236208"/>
            <a:ext cx="11183112" cy="41148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6318504"/>
            <a:ext cx="106344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Implication: close the performance gap in a measured pilot before scaling.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Central has highest volume but lowest on-time rate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Site comparison  •  Cedar sensor network pilot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7132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Site comparison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71323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</a:tblGrid>
              <a:tr h="6629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95%</a:t>
                      </a:r>
                    </a:p>
                  </a:txBody>
                  <a:tcPr marL="64008" marR="64008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Staffing</a:t>
                      </a:r>
                    </a:p>
                  </a:txBody>
                  <a:tcPr marL="64008" marR="64008" marT="36576" marB="36576">
                    <a:solidFill>
                      <a:srgbClr val="F4F7FA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490</a:t>
                      </a:r>
                    </a:p>
                  </a:txBody>
                  <a:tcPr marL="64008" marR="64008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86%</a:t>
                      </a:r>
                    </a:p>
                  </a:txBody>
                  <a:tcPr marL="64008" marR="64008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Hardware</a:t>
                      </a:r>
                    </a:p>
                  </a:txBody>
                  <a:tcPr marL="64008" marR="64008" marT="36576" marB="36576">
                    <a:solidFill>
                      <a:srgbClr val="F4F7FA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88%</a:t>
                      </a:r>
                    </a:p>
                  </a:txBody>
                  <a:tcPr marL="64008" marR="64008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 marL="64008" marR="64008" marT="36576" marB="36576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553712"/>
            <a:ext cx="71323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A6B82"/>
                </a:solidFill>
                <a:latin typeface="Arial"/>
              </a:defRPr>
            </a:pPr>
            <a:r>
              <a:t>North is most reliable (95% on time). Central carries the most volume (490) at 86% on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371600"/>
            <a:ext cx="3776472" cy="347472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572768"/>
            <a:ext cx="322783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7ED3D8"/>
                </a:solidFill>
                <a:latin typeface="Arial"/>
              </a:defRPr>
            </a:pPr>
            <a:r>
              <a:t>IMPORTANT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011680"/>
            <a:ext cx="322783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Verify the pilot before wider rollout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3154680"/>
            <a:ext cx="3227832" cy="1417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Site risks differ — staffing, hardware and training. An untested rollout could fail differently at each site.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983480"/>
            <a:ext cx="3544824" cy="15544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509320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North — 330 · 95%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5715000"/>
            <a:ext cx="3325368" cy="71323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Best on-time rate. Watch: Staffing.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2064" y="4983480"/>
            <a:ext cx="3544824" cy="15544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1792" y="509320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Central — 490 · 86%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1792" y="5715000"/>
            <a:ext cx="3325368" cy="71323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Highest volume, lowest on-time. Watch: Hardware.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41208" y="4983480"/>
            <a:ext cx="3544824" cy="15544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0936" y="509320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South — 310 · 88%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0936" y="5715000"/>
            <a:ext cx="3325368" cy="71323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Mid on-time rate. Watch: Training.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Pilot in four steps, then a go/no-go decision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Process and next decision  •  Cedar sensor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Staged pilot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64792"/>
            <a:ext cx="2590038" cy="10515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837943"/>
            <a:ext cx="2443734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Install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3367278" y="1764792"/>
            <a:ext cx="2590038" cy="10515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40430" y="1837943"/>
            <a:ext cx="2443734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Calibrate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92958" y="2290572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231636" y="1764792"/>
            <a:ext cx="2590038" cy="10515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4788" y="1837943"/>
            <a:ext cx="2443734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Validate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57316" y="2290572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095994" y="1764792"/>
            <a:ext cx="2590038" cy="10515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69146" y="1837943"/>
            <a:ext cx="2443734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Monitor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21674" y="2290572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02920" y="2971800"/>
            <a:ext cx="2590038" cy="13258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081528"/>
            <a:ext cx="237058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1 · Install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3703320"/>
            <a:ext cx="2370582" cy="48463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Fit sensors at the pilot site(s).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67278" y="2971800"/>
            <a:ext cx="2590038" cy="13258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7006" y="3081528"/>
            <a:ext cx="237058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2 · Calibrate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7006" y="3703320"/>
            <a:ext cx="2370582" cy="48463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Tune readings against known references.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1636" y="2971800"/>
            <a:ext cx="2590038" cy="13258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1364" y="3081528"/>
            <a:ext cx="237058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3 · Validate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1364" y="3703320"/>
            <a:ext cx="2370582" cy="48463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Check actual vs target readings; confirm value.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5994" y="2971800"/>
            <a:ext cx="2590038" cy="13258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05722" y="3081528"/>
            <a:ext cx="237058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4 · Monitor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5722" y="3703320"/>
            <a:ext cx="2370582" cy="48463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Track performance and site risks.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498848"/>
            <a:ext cx="11183112" cy="932688"/>
          </a:xfrm>
          <a:prstGeom prst="roundRect">
            <a:avLst/>
          </a:prstGeom>
          <a:solidFill>
            <a:srgbClr val="FFF2CC"/>
          </a:solidFill>
          <a:ln>
            <a:solidFill>
              <a:srgbClr val="B7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590288"/>
            <a:ext cx="31089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A4A00"/>
                </a:solidFill>
                <a:latin typeface="Arial"/>
              </a:defRPr>
            </a:pPr>
            <a:r>
              <a:t>◆  GO / NO-GO CHECKPOINT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77639" y="4590288"/>
            <a:ext cx="7434072" cy="7498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After the pilot (post-Validate):  GO → approve wider rollout   •   NO-GO → stop, fix, or re-pilot. No wider rollout without a GO.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596128"/>
            <a:ext cx="11183112" cy="105156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705856"/>
            <a:ext cx="106344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NEXT DECISION:  Approve a staged pilot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126480"/>
            <a:ext cx="106344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$250k investment  •  $80k annual saving  •  3.1-year simple payback  •  Verify the pilot before wider rollout.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