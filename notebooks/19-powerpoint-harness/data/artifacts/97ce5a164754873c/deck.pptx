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2.8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Field sensor rollout  •  For the engineering steering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12344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RECOMMENDATION:  Approve a staged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Pilot first, verify results, then decide on wider rollout. Do not commit to full rollout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667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16052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9260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80k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6667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4160520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926080"/>
            <a:ext cx="35661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666744"/>
            <a:ext cx="35661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416052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315968"/>
            <a:ext cx="11183112" cy="5029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07408"/>
            <a:ext cx="10634472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  =  investment / annual saving  =  220 / 80  =  2.8 years  (rounded to one decimal)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staged?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Limits exposure while real field performance is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064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1792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1792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 (Slide 2).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1208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0936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Verify the pilot before wider rollout (Slide 3).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Quarterly performance  •  Units: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Actual vs target — readings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498079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33872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2"/>
                </a:solidFill>
                <a:latin typeface="Arial"/>
              </a:defRPr>
            </a:pPr>
            <a:r>
              <a:t>Value axis: readings. All eight values are labelled on the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71600"/>
            <a:ext cx="3410712" cy="4389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36192"/>
            <a:ext cx="28620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Gap to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11680"/>
            <a:ext cx="286207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Q1:  950 vs 980 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Q2:  840 vs 900  (−60)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Q3:  850 vs 960 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Q4:  730 vs 800  (−70)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4160520"/>
            <a:ext cx="2862072" cy="0"/>
          </a:xfrm>
          <a:prstGeom prst="line">
            <a:avLst/>
          </a:prstGeom>
          <a:ln w="28575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9640" y="4297680"/>
            <a:ext cx="286207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Largest gap is Q3 (−110 readings). No quarter met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6217920"/>
            <a:ext cx="11183112" cy="41148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09360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Implication: close the performance gap in a measured pilot before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highest volume but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Cedar sensor network pilot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2628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2"/>
                </a:solidFill>
                <a:latin typeface="Arial"/>
              </a:defRPr>
            </a:pPr>
            <a:r>
              <a:t>North is most reliable (95% on time). Central carries the most volume (490) at 86% 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776472" cy="3474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72768"/>
            <a:ext cx="32278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ED3D8"/>
                </a:solidFill>
                <a:latin typeface="Arial"/>
              </a:defRPr>
            </a:pPr>
            <a:r>
              <a:t>⚠  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11680"/>
            <a:ext cx="32278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154680"/>
            <a:ext cx="3227832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Site risks differ — staffing, hardware and training. A single untested rollout could fail differently at each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330 ·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on-time rate. Watch: Staffing.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490 · 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Highest volume, lowest on-time. Watch: Hardware.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4983480"/>
            <a:ext cx="3544824" cy="1554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509320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310 · 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715000"/>
            <a:ext cx="3325368" cy="7132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Mid on-time rate. Watch: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in four steps — decide after validation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Process and next decision  •  Cedar sensor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Staged pilot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56231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78308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856231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40030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78308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856231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40030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783080"/>
            <a:ext cx="2590038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856231"/>
            <a:ext cx="2443734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40030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246120"/>
            <a:ext cx="2590038" cy="16916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5584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·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977639"/>
            <a:ext cx="2370582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Fit sensors at the pilot site(s).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3246120"/>
            <a:ext cx="2590038" cy="16916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335584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· Calibrate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3977639"/>
            <a:ext cx="2370582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Tune readings against known references.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3246120"/>
            <a:ext cx="2590038" cy="16916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335584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·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977639"/>
            <a:ext cx="2370582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actual vs target readings; confirm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3246120"/>
            <a:ext cx="2590038" cy="16916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335584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·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3977639"/>
            <a:ext cx="2370582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Track ongoing performance and site risks.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66360"/>
            <a:ext cx="11183112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NEXT DECISION:  Approve a staged 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60720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220k investment  •  80k annual saving  •  2.8-year simple payback.   Verify the pilot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