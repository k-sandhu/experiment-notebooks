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· FIELD SENSOR ROLLOUT · ENGINEERING STEERING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pilot: $250k investment pays back in 3.1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11680"/>
            <a:ext cx="1109167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377440"/>
            <a:ext cx="5120640" cy="3840480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572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794760"/>
            <a:ext cx="4572000" cy="0"/>
          </a:xfrm>
          <a:prstGeom prst="line">
            <a:avLst/>
          </a:prstGeom>
          <a:ln w="12700">
            <a:solidFill>
              <a:srgbClr val="9FC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977639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• Readings trailed target in all four quarters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• Central carries the most volume but has the lowest on-time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• Go/no-go checkpoint after the pilot before wider rollout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42032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2542032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89120"/>
            <a:ext cx="5605272" cy="18288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52628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89204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62356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Investment ÷ annual saving: $250k ÷ $80k = 3.125 ≈ 3.1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·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readings missed target every quarter, with the widest gap in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Sensor readings per quarter (readings)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468880"/>
          <a:ext cx="76809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2468880"/>
            <a:ext cx="2953512" cy="39319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651760"/>
            <a:ext cx="2560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GAP TO TARGET (READINGS)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063240"/>
            <a:ext cx="25603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Q1   −30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Q2   −60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Q4   −70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4160520"/>
            <a:ext cx="2496312" cy="457200"/>
          </a:xfrm>
          <a:prstGeom prst="roundRect">
            <a:avLst/>
          </a:prstGeom>
          <a:solidFill>
            <a:srgbClr val="FFF4E5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420624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26B00"/>
                </a:solidFill>
                <a:latin typeface="Arial"/>
              </a:defRPr>
            </a:pPr>
            <a:r>
              <a:t>Q3   −110  widest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15400" y="4846320"/>
            <a:ext cx="249631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15400" y="4983480"/>
            <a:ext cx="25603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Full year: 3,370 actual vs 3,640 target readings (−270, 92.6%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Central carries the most volume but has the lowest on-time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Volume in readings; on time as % of readings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1460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6949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Combined volume: 1,130 readings across three sites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514600"/>
            <a:ext cx="3685032" cy="3337560"/>
          </a:xfrm>
          <a:prstGeom prst="roundRect">
            <a:avLst/>
          </a:prstGeom>
          <a:solidFill>
            <a:srgbClr val="FFF4E5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2514600"/>
            <a:ext cx="109728" cy="33375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69748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26B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108960"/>
            <a:ext cx="32004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25196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Each site has a different risk: staffing, hardware or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02920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26B00"/>
                </a:solidFill>
                <a:latin typeface="Arial"/>
              </a:defRPr>
            </a:pPr>
            <a:r>
              <a:t>Mitigation: go/no-go checkpoint after the 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·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 four-step pilot with a go/no-go checkpoint gates wider rollout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2788920"/>
            <a:ext cx="347472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02352" y="2788920"/>
            <a:ext cx="347472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52944" y="2788920"/>
            <a:ext cx="347472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80576" y="2788920"/>
            <a:ext cx="347472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94560"/>
            <a:ext cx="210312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103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194560"/>
            <a:ext cx="210312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331720"/>
            <a:ext cx="2103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9824" y="2194560"/>
            <a:ext cx="210312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9824" y="2331720"/>
            <a:ext cx="2103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2331720"/>
            <a:ext cx="1280160" cy="9144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2468880"/>
            <a:ext cx="1280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GO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NO-GO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2194560"/>
            <a:ext cx="2103120" cy="11887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331720"/>
            <a:ext cx="2103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700430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Pilot stage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520440"/>
            <a:ext cx="7004304" cy="0"/>
          </a:xfrm>
          <a:prstGeom prst="line">
            <a:avLst/>
          </a:prstGeom>
          <a:ln w="19050">
            <a:solidFill>
              <a:srgbClr val="9FCF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0" y="342900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26B00"/>
                </a:solidFill>
                <a:latin typeface="Arial"/>
              </a:defRPr>
            </a:pPr>
            <a:r>
              <a:t>Checkpoint after pilot: proceed only if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520440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Wider rollout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1091672" cy="1874519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Approve a staged pilot: $250k investment, $80k annual saving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Simple payback 3.1 years ($250k ÷ $80k) · Go/no-go checkpoint after the pilot before wider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