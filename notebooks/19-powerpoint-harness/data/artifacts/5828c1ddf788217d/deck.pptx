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 for Aster cold-chain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Regional distribution capacity  •  Decision brief for the operations committee  •  Synthetic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83112" cy="10515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Approve a staged pilot — verify results before any wider rollout.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35661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$260k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84448"/>
            <a:ext cx="35661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11480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15968" y="2788920"/>
            <a:ext cx="35661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$120k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584448"/>
            <a:ext cx="35661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15968" y="4114800"/>
            <a:ext cx="356615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19872" y="2788920"/>
            <a:ext cx="35661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2.2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3584448"/>
            <a:ext cx="35661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411480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224528"/>
            <a:ext cx="111831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25466"/>
                </a:solidFill>
                <a:latin typeface="Arial"/>
              </a:defRPr>
            </a:pPr>
            <a:r>
              <a:t>Simple payback = investment ÷ annual saving = $260k ÷ $120k per year = 2.2 years (rounded to one decimal).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00600"/>
            <a:ext cx="3544824" cy="169164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9103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532120"/>
            <a:ext cx="3325368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Actual shipments trail target in every quarter. Capacity action is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2064" y="4800600"/>
            <a:ext cx="3544824" cy="169164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1792" y="49103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How it is staged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1792" y="5532120"/>
            <a:ext cx="3325368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Pilot first, verify performance, then decide on wider rollout.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1208" y="4800600"/>
            <a:ext cx="3544824" cy="169164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0936" y="49103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What it returns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0936" y="5532120"/>
            <a:ext cx="3325368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$120k annual saving against a $260k investment — a 2.2-year payback.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shipments trailed target in every quarter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 •  Actual versus target by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Shipments per quarter — actual vs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49807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466"/>
                </a:solidFill>
                <a:latin typeface="Arial"/>
              </a:defRPr>
            </a:pPr>
            <a:r>
              <a:t>Unit: shipments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2103120"/>
          <a:ext cx="7498079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66760" y="1463040"/>
            <a:ext cx="3319272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03704"/>
            <a:ext cx="3319272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66760" y="2697480"/>
            <a:ext cx="33192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66760" y="2880360"/>
            <a:ext cx="3319272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4,560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621024"/>
            <a:ext cx="3319272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66760" y="4114800"/>
            <a:ext cx="33192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66760" y="4297680"/>
            <a:ext cx="3319272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621"/>
                </a:solidFill>
                <a:latin typeface="Arial"/>
              </a:defRPr>
            </a:pPr>
            <a:r>
              <a:t>−250  (94.5%)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038344"/>
            <a:ext cx="3319272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Shortfall vs target (attainment)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6760" y="5532120"/>
            <a:ext cx="33192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6035040"/>
            <a:ext cx="11183112" cy="50292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Largest gaps: Q2 −100 and Q1 −90 shipments. Q3 and Q4 were each −30 shipments.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leads on volume and on-time; risk differs by site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 •  Volume and on-time performance as reported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Site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7132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6629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1783080"/>
            <a:ext cx="3730752" cy="2651760"/>
          </a:xfrm>
          <a:prstGeom prst="roundRect">
            <a:avLst/>
          </a:prstGeom>
          <a:solidFill>
            <a:srgbClr val="FEF3E2"/>
          </a:solidFill>
          <a:ln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920240"/>
            <a:ext cx="3273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05621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331720"/>
            <a:ext cx="327355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429000"/>
            <a:ext cx="327355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25466"/>
                </a:solidFill>
                <a:latin typeface="Arial"/>
              </a:defRPr>
            </a:pPr>
            <a:r>
              <a:t>Do not extend to other sites until pilot performance is confirmed.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Read-out: South has the highest volume (390) and on-time rate (97%). Central is lowest on both (250; 91%).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3544824" cy="150876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51389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North — Staffing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760720"/>
            <a:ext cx="3325368" cy="66751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Volume 350; on time 93%. Watch staffing through the pilot.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2064" y="5029200"/>
            <a:ext cx="3544824" cy="150876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1792" y="51389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Central —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1792" y="5760720"/>
            <a:ext cx="3325368" cy="66751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Volume 250; on time 91%. Watch hardware reliability.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1208" y="5029200"/>
            <a:ext cx="3544824" cy="150876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0936" y="51389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South —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0936" y="5760720"/>
            <a:ext cx="3325368" cy="66751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Volume 390; on time 97%. Close the training gap to sustain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Pilot the four-step flow, then decide on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Proposed process and the decision now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Pilot process — four connected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590038" cy="1234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01952"/>
            <a:ext cx="2443734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7278" y="1828800"/>
            <a:ext cx="2590038" cy="1234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0430" y="1901952"/>
            <a:ext cx="2443734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2958" y="24460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31636" y="1828800"/>
            <a:ext cx="2590038" cy="1234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901952"/>
            <a:ext cx="2443734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7316" y="24460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095994" y="1828800"/>
            <a:ext cx="2590038" cy="1234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9146" y="1901952"/>
            <a:ext cx="2443734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1674" y="24460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3337560"/>
            <a:ext cx="2590038" cy="16002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4728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1  Receive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69080"/>
            <a:ext cx="2370582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Log every incoming shipment on arrival.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7278" y="3337560"/>
            <a:ext cx="2590038" cy="16002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7006" y="344728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2 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7006" y="4069080"/>
            <a:ext cx="2370582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Check condition and completeness before handling.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3337560"/>
            <a:ext cx="2590038" cy="16002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1364" y="344728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3 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4069080"/>
            <a:ext cx="2370582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Assign each shipment to its destination route.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5994" y="3337560"/>
            <a:ext cx="2590038" cy="16002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5722" y="344728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4 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722" y="4069080"/>
            <a:ext cx="2370582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Release on schedule and confirm handover.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166360"/>
            <a:ext cx="11183112" cy="11887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85232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FD1D6"/>
                </a:solidFill>
                <a:latin typeface="Arial"/>
              </a:defRPr>
            </a:pPr>
            <a:r>
              <a:t>NEXT DECISION — OPERATIONS COMMITTEE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96128"/>
            <a:ext cx="106344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Approve a staged pilot: $260k investment for $120k annual saving (2.2-year payback). Verify before wider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