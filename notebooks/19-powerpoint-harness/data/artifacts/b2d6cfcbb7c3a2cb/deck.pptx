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pilot: 220k investment pays back in 2.8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· field sensor rollout · decision brief for the engineering steering group (synthetic values)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937760" cy="47548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FEDEE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3891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520440"/>
            <a:ext cx="4389120" cy="0"/>
          </a:xfrm>
          <a:prstGeom prst="line">
            <a:avLst/>
          </a:prstGeom>
          <a:ln w="12700">
            <a:solidFill>
              <a:srgbClr val="7FC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703320"/>
            <a:ext cx="438912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Fund the pilot now, then verify results before wider rollout. Actual readings trailed target in all four quarters, so scale only after the pilot proves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554480"/>
            <a:ext cx="178308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220k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87168"/>
            <a:ext cx="178308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3108960"/>
            <a:ext cx="178307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01000" y="1554480"/>
            <a:ext cx="178308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80k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487168"/>
            <a:ext cx="178308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3108960"/>
            <a:ext cx="17830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66960" y="1554480"/>
            <a:ext cx="178308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72B"/>
                </a:solidFill>
                <a:latin typeface="Arial"/>
              </a:defRPr>
            </a:pPr>
            <a:r>
              <a:t>2.8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487168"/>
            <a:ext cx="178308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66960" y="3108960"/>
            <a:ext cx="17830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35040" y="3520440"/>
            <a:ext cx="5715000" cy="123444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61188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How payback is calculated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977639"/>
            <a:ext cx="5303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Investment ÷ annual saving = 220k ÷ 80k = 2.75 → 2.8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983480"/>
            <a:ext cx="57150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E6C84"/>
                </a:solidFill>
                <a:latin typeface="Arial"/>
              </a:defRPr>
            </a:pPr>
            <a:r>
              <a:t>Readings: 3,370 actual vs 3,640 target for the year (92.6% of target). The staged pilot limits exposure while performance is 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Actual readings missed target in every quarter; widest gap in Q3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vs target readings per quarter, Q1–Q4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Readings per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95360" y="1783080"/>
            <a:ext cx="3108960" cy="457200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920240"/>
            <a:ext cx="2651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Gap to target (readings)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4688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4688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9260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9260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3832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72B"/>
                </a:solidFill>
                <a:latin typeface="Arial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3832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72B"/>
                </a:solidFill>
                <a:latin typeface="Arial"/>
              </a:defRPr>
            </a:pPr>
            <a:r>
              <a:t>−110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8404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8404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−70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23960" y="4343400"/>
            <a:ext cx="265176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23960" y="448056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48056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−270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983480"/>
            <a:ext cx="26517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3,370 actual vs 3,640 target = 92.6% of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Central carries the most volume but has the lowest on-time rate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for the field sensor rollout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46320"/>
            <a:ext cx="69494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E6C84"/>
                </a:solidFill>
                <a:latin typeface="Arial"/>
              </a:defRPr>
            </a:pPr>
            <a:r>
              <a:t>North leads on time (95%); Central handles 490 of 1,130 total volume (43%) at 86% on time; South is at 88% with a training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3794760" cy="4480560"/>
          </a:xfrm>
          <a:prstGeom prst="roundRect">
            <a:avLst/>
          </a:prstGeom>
          <a:solidFill>
            <a:srgbClr val="FB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645920"/>
            <a:ext cx="109728" cy="4480560"/>
          </a:xfrm>
          <a:prstGeom prst="rect">
            <a:avLst/>
          </a:prstGeom>
          <a:solidFill>
            <a:srgbClr val="C45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72B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40280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657600"/>
            <a:ext cx="329184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Each site carries a different risk (staffing, hardware, training). A staged pilot confirms results before the network is scaled.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Four steps take the pilot from install to a verified rollout decision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Staged pilot process for the Cedar sensor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2583179" cy="1280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810512"/>
            <a:ext cx="2436875" cy="11338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Install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737360"/>
            <a:ext cx="2583179" cy="1280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810512"/>
            <a:ext cx="2436875" cy="11338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Calibrate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377439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737360"/>
            <a:ext cx="2583179" cy="1280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810512"/>
            <a:ext cx="2436875" cy="11338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377439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737360"/>
            <a:ext cx="2583179" cy="1280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810512"/>
            <a:ext cx="2436875" cy="11338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Monitor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377439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20040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E6C84"/>
                </a:solidFill>
                <a:latin typeface="Arial"/>
              </a:defRPr>
            </a:pPr>
            <a:r>
              <a:t>Wider rollout proceeds only after the pilot is verified.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31920"/>
            <a:ext cx="11155680" cy="237744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14800"/>
            <a:ext cx="5029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FC4C8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5120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5120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FE1E6"/>
                </a:solidFill>
                <a:latin typeface="Arial"/>
              </a:defRPr>
            </a:pPr>
            <a:r>
              <a:t>Next gate: verify the pilot before wider rollout.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63640" y="4206240"/>
            <a:ext cx="0" cy="1828800"/>
          </a:xfrm>
          <a:prstGeom prst="line">
            <a:avLst/>
          </a:prstGeom>
          <a:ln w="127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0" y="4206240"/>
            <a:ext cx="1554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220k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80060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FE1E6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206240"/>
            <a:ext cx="1554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80k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80060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FE1E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4206240"/>
            <a:ext cx="1554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2.8 yrs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480060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FE1E6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9496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FE1E6"/>
                </a:solidFill>
                <a:latin typeface="Arial"/>
              </a:defRPr>
            </a:pPr>
            <a:r>
              <a:t>Payback = 220k ÷ 80k = 2.75 → 2.8 years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