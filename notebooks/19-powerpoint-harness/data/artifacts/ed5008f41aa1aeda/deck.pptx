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CEDAR SENSOR NETWORK · FIELD SENSOR ROLLOUT · ENGINEERING STEERING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Approve a staged pilot: 220k investment pays back in 2.8 years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011680"/>
            <a:ext cx="11091672" cy="0"/>
          </a:xfrm>
          <a:prstGeom prst="line">
            <a:avLst/>
          </a:prstGeom>
          <a:ln w="12700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377440"/>
            <a:ext cx="5120640" cy="3840480"/>
          </a:xfrm>
          <a:prstGeom prst="roundRect">
            <a:avLst/>
          </a:prstGeom>
          <a:solidFill>
            <a:srgbClr val="E6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4572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4572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Approve a staged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45720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Readings trailed target in all four quarters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Central site carries the most volume but has the lowest on-time rate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Verify the pilot before wider rollout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377440"/>
            <a:ext cx="2651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51460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926080"/>
            <a:ext cx="22860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2B4D"/>
                </a:solidFill>
                <a:latin typeface="Arial"/>
              </a:defRPr>
            </a:pPr>
            <a:r>
              <a:t>220k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5760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one-time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2377440"/>
            <a:ext cx="2651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251460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926080"/>
            <a:ext cx="22860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2B4D"/>
                </a:solidFill>
                <a:latin typeface="Arial"/>
              </a:defRPr>
            </a:pPr>
            <a:r>
              <a:t>80k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365760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per year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389120"/>
            <a:ext cx="5605272" cy="18288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526280"/>
            <a:ext cx="2377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937760"/>
            <a:ext cx="23774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937760"/>
            <a:ext cx="2743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Investment ÷ annual saving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220k ÷ 80k = 2.75 ≈ 2.8 yrs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PERFORMANCE · ACTUAL VS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Actual readings missed target every quarter, with the widest gap in 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7680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Sensor readings per quarter (readings)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468880"/>
          <a:ext cx="76809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0" y="2468880"/>
            <a:ext cx="2953512" cy="39319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2651760"/>
            <a:ext cx="2560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GAP TO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3063240"/>
            <a:ext cx="25603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Q1  −30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Q2  −60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Q3  −110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Q4  −70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15400" y="4663440"/>
            <a:ext cx="2496312" cy="0"/>
          </a:xfrm>
          <a:prstGeom prst="line">
            <a:avLst/>
          </a:prstGeom>
          <a:ln w="12700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15400" y="4800600"/>
            <a:ext cx="25603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Full year: 3,370 actual vs 3,640 target readings (−270, 92.6% of target)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SITE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Central carries the most volume but has the lowest on-time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Volume in readings; on time as % of readings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514600"/>
          <a:ext cx="6949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55279" y="2514600"/>
            <a:ext cx="3685032" cy="2926080"/>
          </a:xfrm>
          <a:prstGeom prst="roundRect">
            <a:avLst/>
          </a:prstGeom>
          <a:solidFill>
            <a:srgbClr val="FFF4E5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2514600"/>
            <a:ext cx="109728" cy="2926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69748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26B00"/>
                </a:solidFill>
                <a:latin typeface="Arial"/>
              </a:defRPr>
            </a:pPr>
            <a:r>
              <a:t>KEY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108960"/>
            <a:ext cx="32004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251960"/>
            <a:ext cx="32004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Each site has a different risk: staffing, hardware or training.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Combined volume: 1,130 readings across three sites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PILOT PROCESS · NEXT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 four-step pilot gates wider rollout on validated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377440" cy="13716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3774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Install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971800"/>
            <a:ext cx="521208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47288" y="2286000"/>
            <a:ext cx="2377440" cy="13716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2377440"/>
            <a:ext cx="23774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Calibrate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24728" y="2971800"/>
            <a:ext cx="539496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64224" y="2286000"/>
            <a:ext cx="2377440" cy="13716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377440"/>
            <a:ext cx="23774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41664" y="2971800"/>
            <a:ext cx="521208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262872" y="2286000"/>
            <a:ext cx="2377440" cy="137160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377440"/>
            <a:ext cx="23774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3749039"/>
            <a:ext cx="2377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Rollout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80560"/>
            <a:ext cx="11091672" cy="1737360"/>
          </a:xfrm>
          <a:prstGeom prst="roundRect">
            <a:avLst/>
          </a:prstGeom>
          <a:solidFill>
            <a:srgbClr val="E6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NEXT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Approve a staged pilot: 220k investment, 80k annual saving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Simple payback 2.8 years · Verify the pilot before wider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