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Approve a staged pilot: 260k investment pays back in 2.2 years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· Regional distribution capacity · Decision brief for the operations committee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394960" cy="4800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FECEE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429000"/>
            <a:ext cx="4846320" cy="0"/>
          </a:xfrm>
          <a:prstGeom prst="line">
            <a:avLst/>
          </a:prstGeom>
          <a:ln w="12700">
            <a:solidFill>
              <a:srgbClr val="7FC4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611880"/>
            <a:ext cx="484632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Arial"/>
              </a:defRPr>
            </a:pPr>
            <a:r>
              <a:t>The financial case clears a simple payback test: the annual saving recovers the investment in just over two years.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484632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Condition: 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260k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942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74320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297180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1246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4206240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4434840"/>
            <a:ext cx="5257800" cy="67894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2.2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175504"/>
            <a:ext cx="5257800" cy="43205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0" y="5669279"/>
            <a:ext cx="525780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5806440"/>
            <a:ext cx="52578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E6C84"/>
                </a:solidFill>
                <a:latin typeface="Arial"/>
              </a:defRPr>
            </a:pPr>
            <a:r>
              <a:t>Simple payback = investment / annual saving = 260k / 120k = 2.17 ≈ 2.2 years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Shipments trailed target every quarter, but the gap narrowed to 30 in H2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Actual vs target shipments by quarter (units: shipments)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E6C84"/>
                </a:solidFill>
                <a:latin typeface="Arial"/>
              </a:defRPr>
            </a:pPr>
            <a:r>
              <a:t>Shipments per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783080"/>
          <a:ext cx="75895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58200" y="1463040"/>
            <a:ext cx="3200400" cy="48463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E6C84"/>
                </a:solidFill>
                <a:latin typeface="Arial"/>
              </a:defRPr>
            </a:pPr>
            <a:r>
              <a:t>FULL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4,310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actual vs 4,560 target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0" y="320040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0" y="3337560"/>
            <a:ext cx="27432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−250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3192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shipments (−5.5%) below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4480560"/>
            <a:ext cx="2743200" cy="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0" y="4617720"/>
            <a:ext cx="27432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Gap by quarter: Q1 −90, Q2 −100, Q3 −30, Q4 −30. Q2 was the weakest quarter.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South leads on volume and on-time; each site carries a distinct risk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Site comparison (volume in shipments)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754880"/>
            <a:ext cx="69494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South: highest volume (390) and best on-time rate (97%). Central: lowest volume (250) and on-time rate (91%).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600200"/>
            <a:ext cx="3794760" cy="4526280"/>
          </a:xfrm>
          <a:prstGeom prst="rect">
            <a:avLst/>
          </a:prstGeom>
          <a:solidFill>
            <a:srgbClr val="FFF4E5"/>
          </a:solidFill>
          <a:ln>
            <a:solidFill>
              <a:srgbClr val="E2A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63840" y="1600200"/>
            <a:ext cx="109728" cy="4526280"/>
          </a:xfrm>
          <a:prstGeom prst="rect">
            <a:avLst/>
          </a:prstGeom>
          <a:solidFill>
            <a:srgbClr val="E2A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78308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974F0C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94560"/>
            <a:ext cx="329184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794760"/>
            <a:ext cx="329184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Staffing, hardware and training risks differ by site, so pilot results should be confirmed before the approach is extended.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A four-step pilot flow sets up the next decision: verify, then scale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161288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914400"/>
            <a:ext cx="111556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Aster cold-chain pilot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35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6100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19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1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599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75419" y="1737360"/>
            <a:ext cx="2583179" cy="12801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8572" y="1810512"/>
            <a:ext cx="2436875" cy="11338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01099" y="2377439"/>
            <a:ext cx="27432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31546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Each shipment moves through all four steps in the staged pilot.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11155680" cy="233172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109728" cy="233172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DECISION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80560"/>
            <a:ext cx="475488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Approve a staged pilot: 260k investment, 120k annual saving, 2.2-year simple payback.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4114800"/>
            <a:ext cx="0" cy="1874520"/>
          </a:xfrm>
          <a:prstGeom prst="line">
            <a:avLst/>
          </a:prstGeom>
          <a:ln w="12700">
            <a:solidFill>
              <a:srgbClr val="C1C7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80560"/>
            <a:ext cx="493776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Verify pilot results, then return to the operations committee to decide on wider rollout.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