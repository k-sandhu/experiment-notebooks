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BAC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 with a 2.6-year payback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Regional distribution capacity • Financial values in $ thousands (k)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892807"/>
            <a:ext cx="11100816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19456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5968" y="219456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3296" y="2194560"/>
            <a:ext cx="3566160" cy="1874519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459736"/>
            <a:ext cx="31272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7F86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19272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459736"/>
            <a:ext cx="3127248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319272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505456"/>
            <a:ext cx="3127248" cy="667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319272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52544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Simple payback = investment / annual saving = $310k / $120k = 2.6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93208"/>
            <a:ext cx="11100816" cy="102412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340096"/>
            <a:ext cx="10625328" cy="5577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Approve the staged pilot; verify results before authorizing wider rollout.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shipments miss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Quarterly performance • Units: shipments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892807"/>
            <a:ext cx="11100816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103120"/>
            <a:ext cx="8092440" cy="40142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76656" y="2240280"/>
          <a:ext cx="7836408" cy="3730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006840" y="2304288"/>
            <a:ext cx="256032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7F86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090672"/>
            <a:ext cx="256032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shipments below target across Q1–Q4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40" y="4105656"/>
            <a:ext cx="2560320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06840" y="4334256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Q2: largest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4837176"/>
            <a:ext cx="25603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730 actual vs 830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100 shipments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 • Units: shipments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Site risks make pilot verification 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Site comparison • Volume in shipments • On-time performance in percent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892807"/>
            <a:ext cx="11100816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74066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</a:tblGrid>
              <a:tr h="81153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66175" y="2148840"/>
            <a:ext cx="3383280" cy="324612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2414016"/>
            <a:ext cx="292608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500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4776" y="2907792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4776" y="4370832"/>
            <a:ext cx="2926080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Confirm performance and address site-specific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0136"/>
            <a:ext cx="11064240" cy="484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South leads on volume and on-time performance; Central has the lowest on-time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PILOT TO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Gate wider rollout on verified pilot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Pilot process • Regional distribution capacity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892807"/>
            <a:ext cx="11100816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80360" y="2756916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2756916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2756916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240280"/>
            <a:ext cx="2331720" cy="1033271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240280"/>
            <a:ext cx="2331720" cy="1033271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40280"/>
            <a:ext cx="2331720" cy="1033271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2240280"/>
            <a:ext cx="2322576" cy="1033271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51176"/>
            <a:ext cx="20574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51176"/>
            <a:ext cx="20574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51176"/>
            <a:ext cx="20574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551176"/>
            <a:ext cx="2048256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30168"/>
            <a:ext cx="9464040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Proposed verification: shipment performance, annual savings and readiness to address site risks.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88168" y="3273552"/>
            <a:ext cx="0" cy="1271016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4544568"/>
            <a:ext cx="11100816" cy="161848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727448"/>
            <a:ext cx="1060704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D8D5"/>
                </a:solidFill>
                <a:latin typeface="Arial"/>
              </a:defRPr>
            </a:pPr>
            <a:r>
              <a:t>AFTER THE PILOT  /  OPERATIONS COMMITTEE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138928"/>
            <a:ext cx="292608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GO / NO-GO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5138928"/>
            <a:ext cx="736092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GO: authorize wider rollout if verified results support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596128"/>
            <a:ext cx="73609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NO-GO: hold rollout; resolve gaps and re-verify.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