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CEDAR SENSOR NETWORK  •  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Staged pilot pays back in 3.1 years — approve Cedar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7F"/>
                </a:solidFill>
                <a:latin typeface="Arial"/>
              </a:defRPr>
            </a:pPr>
            <a:r>
              <a:t>Field sensor rollout  •  For the engineering steering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91672" cy="1143000"/>
          </a:xfrm>
          <a:prstGeom prst="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91440" cy="1143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310896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6583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93392"/>
            <a:ext cx="34290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Start bounded. Verify results before any wider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3575304" cy="1691640"/>
          </a:xfrm>
          <a:prstGeom prst="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3575304" cy="7315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30175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67328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07408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7F"/>
                </a:solidFill>
                <a:latin typeface="Arial"/>
              </a:defRPr>
            </a:pPr>
            <a:r>
              <a:t>One-off pilot investment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3246120"/>
            <a:ext cx="3575304" cy="1691640"/>
          </a:xfrm>
          <a:prstGeom prst="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3246120"/>
            <a:ext cx="3575304" cy="7315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3493008"/>
            <a:ext cx="30175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767328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407408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7F"/>
                </a:solidFill>
                <a:latin typeface="Arial"/>
              </a:defRPr>
            </a:pPr>
            <a:r>
              <a:t>Recurring annual saving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246120"/>
            <a:ext cx="3575304" cy="16916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3246120"/>
            <a:ext cx="3575304" cy="7315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493008"/>
            <a:ext cx="301752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767328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407408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$250k ÷ $80k/year = 3.1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30368"/>
            <a:ext cx="11091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Decision requested today: approve the staged pilot and its $250k investment.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0936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PERFORMANCE  •  ACTUAL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readings reached 92.6% of target across the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5895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Actual vs target by quarter  (units: readings)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7589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60720"/>
            <a:ext cx="7589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A6B7F"/>
                </a:solidFill>
                <a:latin typeface="Arial"/>
              </a:defRPr>
            </a:pPr>
            <a:r>
              <a:t>All eight values labelled on bars. Units: readings. Value axis starts at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136392" cy="3931920"/>
          </a:xfrm>
          <a:prstGeom prst="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737360"/>
            <a:ext cx="3136392" cy="7315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93392"/>
            <a:ext cx="25877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What this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450592"/>
            <a:ext cx="2587752" cy="2148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•  Total: 3,370 actual vs 3,640 target (−270)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•  Closest: Q1 (−30)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•  Widest gap: Q3 (−110)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•  Short in all four quarters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4736592"/>
            <a:ext cx="258775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0" y="4864608"/>
            <a:ext cx="25877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Close, but not yet at target — pilot must close the gap.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0936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SITE COMPARISON  • 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carries most volume but the lowest on-time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04088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7040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/>
                <a:gridCol w="1760220"/>
                <a:gridCol w="1760220"/>
                <a:gridCol w="17602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206240"/>
            <a:ext cx="7040880" cy="1234440"/>
          </a:xfrm>
          <a:prstGeom prst="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91440" cy="1234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70832"/>
            <a:ext cx="640080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READ-OUT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45152"/>
            <a:ext cx="6400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North is most reliable on time (95%). Central needs hardware attention; South needs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737360"/>
            <a:ext cx="3685032" cy="3703320"/>
          </a:xfrm>
          <a:prstGeom prst="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737360"/>
            <a:ext cx="36850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93392"/>
            <a:ext cx="31363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2400E"/>
                </a:solidFill>
                <a:latin typeface="Arial"/>
              </a:defRPr>
            </a:pPr>
            <a:r>
              <a:t>⚠  IMPORTANT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40864"/>
            <a:ext cx="313639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01568"/>
            <a:ext cx="31363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Do not scale until pilot evidence confirms performance at each site.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4526280"/>
            <a:ext cx="3136392" cy="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0" y="4663440"/>
            <a:ext cx="31363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2400E"/>
                </a:solidFill>
                <a:latin typeface="Arial"/>
              </a:defRPr>
            </a:pPr>
            <a:r>
              <a:t>This gate protects the $250k investment.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0936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PROCESS  • 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Validate, then decide: go / no-go gate before any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Staged pilot process — each step must complete before the next begins.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63240" y="2487168"/>
            <a:ext cx="429768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07608" y="2487168"/>
            <a:ext cx="429768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51976" y="2487168"/>
            <a:ext cx="429768" cy="0"/>
          </a:xfrm>
          <a:prstGeom prst="line">
            <a:avLst/>
          </a:prstGeom>
          <a:ln w="381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783080"/>
            <a:ext cx="2514600" cy="14173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2112264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 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50592"/>
            <a:ext cx="211226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Deploy pilot sensors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783080"/>
            <a:ext cx="2514600" cy="1417320"/>
          </a:xfrm>
          <a:prstGeom prst="rect">
            <a:avLst/>
          </a:prstGeom>
          <a:solidFill>
            <a:srgbClr val="F2F5F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956816"/>
            <a:ext cx="2112264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2  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450592"/>
            <a:ext cx="2112264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7F"/>
                </a:solidFill>
                <a:latin typeface="Arial"/>
              </a:defRPr>
            </a:pPr>
            <a:r>
              <a:t>Tune to site conditions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1783080"/>
            <a:ext cx="2514600" cy="14173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956816"/>
            <a:ext cx="2112264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450592"/>
            <a:ext cx="2112264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Check readings against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1744" y="1783080"/>
            <a:ext cx="2258568" cy="1417320"/>
          </a:xfrm>
          <a:prstGeom prst="rect">
            <a:avLst/>
          </a:prstGeom>
          <a:solidFill>
            <a:srgbClr val="F2F5F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2912" y="1956816"/>
            <a:ext cx="1856231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4 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2" y="2450592"/>
            <a:ext cx="1856231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7F"/>
                </a:solidFill>
                <a:latin typeface="Arial"/>
              </a:defRPr>
            </a:pPr>
            <a:r>
              <a:t>Track ongoing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93008"/>
            <a:ext cx="8165592" cy="960120"/>
          </a:xfrm>
          <a:prstGeom prst="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639312"/>
            <a:ext cx="76169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2400E"/>
                </a:solidFill>
                <a:latin typeface="Arial"/>
              </a:defRPr>
            </a:pPr>
            <a:r>
              <a:t>◆  GO / NO-GO CHECKPOINT — AFTER THE PILOT, BEFORE WIDER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50208"/>
            <a:ext cx="761695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2B4D"/>
                </a:solidFill>
                <a:latin typeface="Arial"/>
              </a:defRPr>
            </a:pPr>
            <a:r>
              <a:t>GO only if Validate confirms readings meet target.  NO-GO: stop, fix, and do not scale.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36592"/>
            <a:ext cx="11091672" cy="1143000"/>
          </a:xfrm>
          <a:prstGeom prst="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736592"/>
            <a:ext cx="91440" cy="11430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82896"/>
            <a:ext cx="2926080" cy="2377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57216"/>
            <a:ext cx="10424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Approve a staged pilot today — $250k investment, $80k / year saving, 3.1-year payback.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0936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