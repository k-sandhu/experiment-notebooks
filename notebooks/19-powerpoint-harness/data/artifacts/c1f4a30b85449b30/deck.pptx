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pilot: $250k investment pays back in 3.1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· field sensor rollout · decision brief for the engineering steering group (synthetic values)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937760" cy="4572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FEDEE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3891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520440"/>
            <a:ext cx="4389120" cy="0"/>
          </a:xfrm>
          <a:prstGeom prst="line">
            <a:avLst/>
          </a:prstGeom>
          <a:ln w="12700">
            <a:solidFill>
              <a:srgbClr val="7FC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703320"/>
            <a:ext cx="438912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Fund the pilot now, then verify results before wider rollout. Actual readings trailed target in all four quarters, so scale only after the pilot proves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7800"/>
            <a:ext cx="4389120" cy="640080"/>
          </a:xfrm>
          <a:prstGeom prst="roundRect">
            <a:avLst/>
          </a:prstGeom>
          <a:solidFill>
            <a:srgbClr val="006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4114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Next gate: go/no-go checkpoint after the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3108960"/>
            <a:ext cx="178307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0100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$80k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0" y="3108960"/>
            <a:ext cx="17830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96696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72B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66960" y="3108960"/>
            <a:ext cx="17830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035040" y="3520440"/>
            <a:ext cx="57150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61188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How payback is calculated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977639"/>
            <a:ext cx="5303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Investment ÷ annual saving = $250k ÷ $80k = 3.125 → 3.1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983480"/>
            <a:ext cx="57150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Readings: 3,370 actual vs 3,640 target for the year (92.6% of target). The staged pilot limits exposure while performance is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readings missed target in every quarter; widest gap in Q3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readings per quarter, Q1–Q4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Readings per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95360" y="1783080"/>
            <a:ext cx="3108960" cy="457200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920240"/>
            <a:ext cx="2651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Gap to target (readings)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4688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4688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9260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260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3832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72B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3832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72B"/>
                </a:solidFill>
                <a:latin typeface="Arial"/>
              </a:defRPr>
            </a:pPr>
            <a:r>
              <a:t>−110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8404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8404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−70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4343400"/>
            <a:ext cx="265176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23960" y="448056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48056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−270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983480"/>
            <a:ext cx="26517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3,370 actual vs 3,640 target = 92.6% of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carries the most volume but has the lowest on-time 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for the field sensor rollout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46320"/>
            <a:ext cx="69494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North leads on time (95%); Central handles 490 of 1,130 total volume (43%) at 86% on time; South is at 88% with a training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3794760" cy="4114800"/>
          </a:xfrm>
          <a:prstGeom prst="roundRect">
            <a:avLst/>
          </a:prstGeom>
          <a:solidFill>
            <a:srgbClr val="FB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645920"/>
            <a:ext cx="109728" cy="4114800"/>
          </a:xfrm>
          <a:prstGeom prst="rect">
            <a:avLst/>
          </a:prstGeom>
          <a:solidFill>
            <a:srgbClr val="C45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72B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4028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37560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Each site carries a different risk (staffing, hardware, training). A staged pilot confirms results before the network is scaled.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0" y="4754880"/>
            <a:ext cx="3200400" cy="0"/>
          </a:xfrm>
          <a:prstGeom prst="line">
            <a:avLst/>
          </a:prstGeom>
          <a:ln w="12700">
            <a:solidFill>
              <a:srgbClr val="E8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0" y="4892040"/>
            <a:ext cx="32918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72B"/>
                </a:solidFill>
                <a:latin typeface="Arial"/>
              </a:defRPr>
            </a:pPr>
            <a:r>
              <a:t>Mitigation: go/no-go checkpoint after the 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Four pilot steps end in a go/no-go checkpoint before wider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Staged pilot process for the Cedar sensor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897379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751075" cy="8595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4620" y="1691640"/>
            <a:ext cx="1897379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7772" y="1764792"/>
            <a:ext cx="1751075" cy="8595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00300" y="219456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46319" y="1691640"/>
            <a:ext cx="1897379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1" y="1764792"/>
            <a:ext cx="1751075" cy="8595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1999" y="219456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18019" y="1691640"/>
            <a:ext cx="1897379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1171" y="1764792"/>
            <a:ext cx="1751075" cy="8595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43699" y="219456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" y="2194560"/>
            <a:ext cx="365760" cy="0"/>
          </a:xfrm>
          <a:prstGeom prst="line">
            <a:avLst/>
          </a:prstGeom>
          <a:ln w="190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81160" y="1691640"/>
            <a:ext cx="2377440" cy="1005840"/>
          </a:xfrm>
          <a:prstGeom prst="roundRect">
            <a:avLst/>
          </a:prstGeom>
          <a:solidFill>
            <a:srgbClr val="C45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755648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BEDE7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057400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Go / No-go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88920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Go → wider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No-go → stop or rework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80360"/>
            <a:ext cx="8412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Staged pilot: wider rollout proceeds only if the checkpoint returns Go.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11155680" cy="25146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23360"/>
            <a:ext cx="5029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FC4C8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5120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5120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FE1E6"/>
                </a:solidFill>
                <a:latin typeface="Arial"/>
              </a:defRPr>
            </a:pPr>
            <a:r>
              <a:t>Next gate: go/no-go checkpoint after the pilot, before any wider rollout.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63640" y="4069080"/>
            <a:ext cx="0" cy="1965960"/>
          </a:xfrm>
          <a:prstGeom prst="line">
            <a:avLst/>
          </a:prstGeom>
          <a:ln w="127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0" y="411480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0916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1480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$80k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70916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11480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70916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4924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FE1E6"/>
                </a:solidFill>
                <a:latin typeface="Arial"/>
              </a:defRPr>
            </a:pPr>
            <a:r>
              <a:t>Payback = $250k ÷ $80k = 3.125 → 3.1 years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