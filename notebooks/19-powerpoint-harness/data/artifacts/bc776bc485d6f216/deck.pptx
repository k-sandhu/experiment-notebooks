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950</c:v>
                </c:pt>
                <c:pt idx="1">
                  <c:v>840</c:v>
                </c:pt>
                <c:pt idx="2">
                  <c:v>850</c:v>
                </c:pt>
                <c:pt idx="3">
                  <c:v>730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2B4D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980</c:v>
                </c:pt>
                <c:pt idx="1">
                  <c:v>900</c:v>
                </c:pt>
                <c:pt idx="2">
                  <c:v>960</c:v>
                </c:pt>
                <c:pt idx="3">
                  <c:v>800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Approve a staged pilot — payback in 3.1 years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Cedar sensor network  •  Field sensor rollout  •  For the engineering steering group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11183112" cy="11430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515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Arial"/>
              </a:defRPr>
            </a:pPr>
            <a:r>
              <a:t>RECOMMENDATION:  Approve a staged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10515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Pilot first, verify results, then decide on wider rollout. Do not commit to full rollout yet.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35661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$250k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02152"/>
            <a:ext cx="35661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Investment (one-time)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3977639"/>
            <a:ext cx="35661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15968" y="2788920"/>
            <a:ext cx="35661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$80k /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502152"/>
            <a:ext cx="35661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15968" y="3977639"/>
            <a:ext cx="3566159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19872" y="2788920"/>
            <a:ext cx="35661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3.1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3502152"/>
            <a:ext cx="35661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19872" y="3977639"/>
            <a:ext cx="35661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4160520"/>
            <a:ext cx="11183112" cy="5029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61104"/>
            <a:ext cx="106344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Simple payback  =  investment / annual saving  =  250 / 80  =  3.1 years  (rounded to one decimal)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846320"/>
            <a:ext cx="3544824" cy="16459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49560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Why staged?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577840"/>
            <a:ext cx="3325368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Limits exposure while real field performance is proven.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2064" y="4846320"/>
            <a:ext cx="3544824" cy="16459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1792" y="49560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Why now?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1792" y="5577840"/>
            <a:ext cx="3325368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Actual readings trail target in every quarter (Slide 2).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41208" y="4846320"/>
            <a:ext cx="3544824" cy="16459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0936" y="49560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Guardrail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5577840"/>
            <a:ext cx="3325368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Verify the pilot before wider rollout (Slide 3). Go/no-go checkpoint on Slide 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Actual readings trail target in every quarter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Cedar sensor network  •  Quarterly performance  •  Units: readings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Actual vs target — readings per quarter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737360"/>
          <a:ext cx="7498079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33872"/>
            <a:ext cx="7498079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B82"/>
                </a:solidFill>
                <a:latin typeface="Arial"/>
              </a:defRPr>
            </a:pPr>
            <a:r>
              <a:t>Value axis: readings. All eight values are labelled on the chart.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325880"/>
            <a:ext cx="3410712" cy="443484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28620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Gap to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011680"/>
            <a:ext cx="2862072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Q1:  950 vs 980  (−30)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Q2:  840 vs 900  (−60)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Q3:  850 vs 960  (−110)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Q4:  730 vs 800  (−70)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49640" y="3840480"/>
            <a:ext cx="2862072" cy="0"/>
          </a:xfrm>
          <a:prstGeom prst="line">
            <a:avLst/>
          </a:prstGeom>
          <a:ln w="28575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549640" y="3977639"/>
            <a:ext cx="286207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Largest gap is Q3 (−110 readings).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846320"/>
            <a:ext cx="28620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No quarter met target. Total gap: −270 readings.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6217920"/>
            <a:ext cx="11183112" cy="41148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309360"/>
            <a:ext cx="106344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Implication: close the performance gap in a measured pilot before scaling.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Central has highest volume but lowest on-time rate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Site comparison  •  Cedar sensor network pilot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Site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37360"/>
          <a:ext cx="71323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490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88%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06908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A6B82"/>
                </a:solidFill>
                <a:latin typeface="Arial"/>
              </a:defRPr>
            </a:pPr>
            <a:r>
              <a:t>North is most reliable (95% on time). Central carries the most volume (490) at 86% on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325880"/>
            <a:ext cx="3776472" cy="310896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508760"/>
            <a:ext cx="322783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7ED3D8"/>
                </a:solidFill>
                <a:latin typeface="Arial"/>
              </a:defRPr>
            </a:pPr>
            <a:r>
              <a:t>⚠  IMPORTANT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901952"/>
            <a:ext cx="322783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926080"/>
            <a:ext cx="3227832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Site risks differ — staffing, hardware and training. A single untested rollout could fail differently at each site.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617720"/>
            <a:ext cx="3544824" cy="18288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7274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North — 330 · 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349240"/>
            <a:ext cx="3325368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Best on-time rate. Watch: Staffing.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2064" y="4617720"/>
            <a:ext cx="3544824" cy="18288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1792" y="47274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Central — 490 · 86%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1792" y="5349240"/>
            <a:ext cx="3325368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Highest volume, lowest on-time. Watch: Hardware.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1208" y="4617720"/>
            <a:ext cx="3544824" cy="18288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0936" y="4727448"/>
            <a:ext cx="33253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South — 310 · 88%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0936" y="5349240"/>
            <a:ext cx="3325368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Mid on-time rate. Watch: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Pilot in four steps — go/no-go before rollout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Process and next decision  •  Cedar sensor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831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Staged pilot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2590038" cy="8686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764792"/>
            <a:ext cx="2443734" cy="72237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Install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7278" y="1691640"/>
            <a:ext cx="2590038" cy="8686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0430" y="1764792"/>
            <a:ext cx="2443734" cy="72237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Calibrate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92958" y="212598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231636" y="1691640"/>
            <a:ext cx="2590038" cy="8686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4788" y="1764792"/>
            <a:ext cx="2443734" cy="72237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57316" y="212598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095994" y="1691640"/>
            <a:ext cx="2590038" cy="8686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9146" y="1764792"/>
            <a:ext cx="2443734" cy="72237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Monitor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21674" y="2125980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2920" y="2697480"/>
            <a:ext cx="2590038" cy="13716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2807208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1 · Install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429000"/>
            <a:ext cx="2370582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Fit sensors at the pilot site(s).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67278" y="2697480"/>
            <a:ext cx="2590038" cy="13716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7006" y="2807208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2 · Calibrate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7006" y="3429000"/>
            <a:ext cx="2370582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Tune readings against known references.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1636" y="2697480"/>
            <a:ext cx="2590038" cy="13716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1364" y="2807208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3 · 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429000"/>
            <a:ext cx="2370582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Check actual vs target readings; confirm value.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5994" y="2697480"/>
            <a:ext cx="2590038" cy="13716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5722" y="2807208"/>
            <a:ext cx="237058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4 · Monitor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5722" y="3429000"/>
            <a:ext cx="2370582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Track ongoing performance and site risks.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206240"/>
            <a:ext cx="11183112" cy="96012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297680"/>
            <a:ext cx="105156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ED3D8"/>
                </a:solidFill>
                <a:latin typeface="Arial"/>
              </a:defRPr>
            </a:pPr>
            <a:r>
              <a:t>◆  GO / NO-GO CHECKPOINT — after the pilot, before any wider rollout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681728"/>
            <a:ext cx="10515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GO only if validation confirms actual readings and value.  NO-GO: stop — do not proceed to wider rollout.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303520"/>
            <a:ext cx="11183112" cy="11887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413248"/>
            <a:ext cx="1051560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NEXT DECISION:  Approve a staged pilot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$250k investment  •  $80k annual saving  •  3.1-year simple payback (250 / 80).  Verify the pilot before wider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