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Balanced: $350k saves $130k a year and pays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back in 2.7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· field sensor rollout · engineering steering group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(Balanced option)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46704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4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46704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90488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2.7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($350k ÷ $130k)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0488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34272" y="169164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+$40k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(3 × 130 − 350)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34272" y="30632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474720"/>
            <a:ext cx="3535680" cy="2651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844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Balanced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06240"/>
            <a:ext cx="331622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$90k less than Resilient with a higher 3-yr net ($40k vs $25k); 99.0% design uptime vs 97.5% for Lean.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2920" y="3474720"/>
            <a:ext cx="3535680" cy="2651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2648" y="35844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we must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2648" y="4206240"/>
            <a:ext cx="331622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Readings ran 500 (8.4%) below target over six months; North, Central and West exceed daily capacity.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2920" y="3474720"/>
            <a:ext cx="3535680" cy="2651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2648" y="35844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we stay 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4206240"/>
            <a:ext cx="3316224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 8 gate: uptime ≥99.5%, all five sites ≥95% on time, backup-power test passed. Any miss = HOLD.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Decision requested: approve $350k now; rollout (Weeks 9–12) proceeds only on a Week 8 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Readings trailed target in all six months, leaving a 500-reading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sensor readings, actual vs target, M1–M6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Readings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772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169164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5,460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48716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301752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41080" y="320040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99592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452628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4709160"/>
            <a:ext cx="301752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504688"/>
            <a:ext cx="301752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8.4% below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6035040"/>
            <a:ext cx="30175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gives up the fastest payback to gain uptime at $90k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below Resilient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unchanged; payback = investment ÷ saving; 3-yr net = 3 × saving −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2788920"/>
            <a:ext cx="128016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+$140k and slower payback (2.7 vs 2.2 yrs) buys +1.5 pts uptime (99.0% vs 97.5%).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Versus Resilient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$90k less capital, higher 3-yr net ($40k vs $25k), 2 weeks faster; gives up 0.8 pts uptime.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4251960"/>
            <a:ext cx="3535680" cy="219456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4361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Tradeoff to 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4983480"/>
            <a:ext cx="331622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99.0% design uptime is below the 99.5% gate; measured uptime must beat design or we 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stays net-positive unless savings fall 20%; downside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3-yr net is −$38k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the $130k selected annual saving; investment fixed at $350k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Annual saving, $k per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874519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297680"/>
            <a:ext cx="49377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Base and upside recover the $350k inside three years. At downside the payback (3.4 yrs) runs past the three-year horizon.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Payback = $350k ÷ annual saving (one decimal). Three-year net = 3 × annual saving − $350k.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North, Central and West exceed daily capacity; network is short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40 readings/day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(readings/day, not six-month totals)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" y="214884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" y="269748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" y="4343400"/>
            <a:ext cx="128016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7589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− demand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03920" y="1691640"/>
            <a:ext cx="31546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59736"/>
            <a:ext cx="31546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demand, readings/day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97180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0" y="3154680"/>
            <a:ext cx="31546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22776"/>
            <a:ext cx="31546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capacity, readings/day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0" y="443484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0" y="461772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2410C"/>
                </a:solidFill>
                <a:latin typeface="Arial"/>
              </a:defRPr>
            </a:pPr>
            <a:r>
              <a:t>Capacity-constrained: North (−40), Central (−80), West (−50)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Gate check: only Central (96%) and South (97%) meet the 95% on-time threshold today; North, East and West must improve by Week 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Build and training converge on the Week 8 gate before a 4-week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Weeks 1–12 · lines show dependencies · gate needs Validate AND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1463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D6A99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154680"/>
            <a:ext cx="1092708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4251960"/>
            <a:ext cx="10927080" cy="0"/>
          </a:xfrm>
          <a:prstGeom prst="line">
            <a:avLst/>
          </a:prstGeom>
          <a:ln w="12700">
            <a:solidFill>
              <a:srgbClr val="DF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03120" y="2057400"/>
            <a:ext cx="1280160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103120"/>
            <a:ext cx="1280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057400"/>
            <a:ext cx="2057400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03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057400"/>
            <a:ext cx="2057400" cy="8229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103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057400"/>
            <a:ext cx="2880360" cy="822960"/>
          </a:xfrm>
          <a:prstGeom prst="roundRect">
            <a:avLst/>
          </a:prstGeom>
          <a:solidFill>
            <a:srgbClr val="4F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103120"/>
            <a:ext cx="2880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9–12 (after GO)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383280"/>
            <a:ext cx="822960" cy="64008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3401568"/>
            <a:ext cx="822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526280"/>
            <a:ext cx="2057400" cy="822960"/>
          </a:xfrm>
          <a:prstGeom prst="roundRect">
            <a:avLst/>
          </a:prstGeom>
          <a:solidFill>
            <a:srgbClr val="3D6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57200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0" y="246888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2468880"/>
            <a:ext cx="27432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0" y="2880360"/>
            <a:ext cx="731520" cy="16459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9560" y="2880360"/>
            <a:ext cx="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09560" y="4023360"/>
            <a:ext cx="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21040" y="2880360"/>
            <a:ext cx="457200" cy="82296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 · Build → Train · Validate AND Train → Gate (Week 8) · Gate GO → Rollout (Weeks 9–12)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R1 and R3 carry the highest exposure (L × I = 12); each risk has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named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88720" y="1828800"/>
            <a:ext cx="4114800" cy="4114800"/>
          </a:xfrm>
          <a:prstGeom prst="rect">
            <a:avLst/>
          </a:prstGeom>
          <a:solidFill>
            <a:srgbClr val="F4F5F7"/>
          </a:solidFill>
          <a:ln>
            <a:solidFill>
              <a:srgbClr val="899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1168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3464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80560" y="1828800"/>
            <a:ext cx="0" cy="411480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265176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347472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429768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5120640"/>
            <a:ext cx="41148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05740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320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98932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98932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98932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98932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78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35508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46304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↑ Impact (1–5)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05740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88036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26280"/>
            <a:ext cx="822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35040" y="1828800"/>
          <a:ext cx="5623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1124712"/>
                <a:gridCol w="1124712"/>
                <a:gridCol w="1124712"/>
                <a:gridCol w="1124712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$350k for Balanced now; release rollout only on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Week 8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Gate at Week 8 requires all three thresholds; any single failure means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Approve $350k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Gate: Week 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00200"/>
            <a:ext cx="2583179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673352"/>
            <a:ext cx="2436875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 → Rollout Wk 9–12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03454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Uptime ≥ 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Balanced design is 99.0%; measured uptime must beat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All 5 sites ≥ 95% 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Today 2 of 5 pass (Central 96%, South 97%)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697480"/>
            <a:ext cx="3566160" cy="1600200"/>
          </a:xfrm>
          <a:prstGeom prst="rect">
            <a:avLst/>
          </a:prstGeom>
          <a:solidFill>
            <a:srgbClr val="F4F5F7"/>
          </a:solidFill>
          <a:ln>
            <a:solidFill>
              <a:srgbClr val="C1C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91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Backup-power test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78C"/>
                </a:solidFill>
                <a:latin typeface="Arial"/>
              </a:defRPr>
            </a:pPr>
            <a:r>
              <a:t>Pass/fail result required at the Week 8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5486400" cy="1737360"/>
          </a:xfrm>
          <a:prstGeom prst="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GO (all three pass): start rollout in Weeks 9–12; base case pays back in 2.7 years, +$40k over three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5486400" cy="1737360"/>
          </a:xfrm>
          <a:prstGeom prst="rect">
            <a:avLst/>
          </a:prstGeom>
          <a:solidFill>
            <a:srgbClr val="FDEDE5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091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2410C"/>
                </a:solidFill>
                <a:latin typeface="Arial"/>
              </a:defRPr>
            </a:pPr>
            <a:r>
              <a:t>HOLD (any threshold fails): no rollout; fix the failing threshold, re-test and return to this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