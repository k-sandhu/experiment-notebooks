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6C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Balanced, with rollout conditional on the week-8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Approve a $350k investment for the field sensor rollout; require measured operational readiness before release.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3566160" cy="15087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CHOSEN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468880"/>
            <a:ext cx="3566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68880"/>
            <a:ext cx="3566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80"/>
            <a:ext cx="5349240" cy="141732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892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$40k = 3 × $130k − $350k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34840"/>
            <a:ext cx="52120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Critical condition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Balanced's reference uptime is 99.0%, below the 99.5% gate. The recommendation depends on closing and validating that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01  /  Fictional committee • All data synthetic • Currency throughout: $k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PERFORMANCE  /  SIX-MONTH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delivery missed target in every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7909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Monthly readings • All 12 actual and target values shown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057400"/>
          <a:ext cx="79552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732520" y="2057400"/>
            <a:ext cx="292608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240280"/>
            <a:ext cx="2468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9748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Arial"/>
              </a:defRPr>
            </a:pPr>
            <a:r>
              <a:t>5,460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47472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5,960 target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4297680"/>
            <a:ext cx="246888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4526280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65F24"/>
                </a:solidFill>
                <a:latin typeface="Arial"/>
              </a:defRPr>
            </a:pPr>
            <a:r>
              <a:t>500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212080"/>
            <a:ext cx="2468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8.4% below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02  /  All data synthetic • Monthly and total units: readings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OPTIONS  /  UNCHANGED REFERENCE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Balanced trades lower cost and lead time for an uptime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2865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709160"/>
            <a:ext cx="6995160" cy="114300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537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SELECTED: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Saves $90k of investment and 2 lead weeks versus Resilient, while giving up $25k/year of saving.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709160"/>
            <a:ext cx="3749039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Tradeoff to resolve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99.0% reference uptime is 0.5 percentage points below the 99.5% release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03  /  All data synthetic • Reference option prices and specifications remain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ECONOMICS  /  SAVINGS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The downside case does not recover investment in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5577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Annual saving ($k) • Fixed investment: $350k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148840"/>
          <a:ext cx="57150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214884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7200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5257800"/>
            <a:ext cx="51206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Base case creates $40k net over three years; downside loses $38k over the same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04  /  Synthetic data • Payback = investment ÷ annual saving; 3-year net = 3 × annual saving −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SITE READINESS  /  DAILY OPERATING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North, Central and West have insufficient daily capacity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8321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5867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098280" y="1828800"/>
            <a:ext cx="25603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201168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DAILY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560320"/>
            <a:ext cx="2194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3611880"/>
            <a:ext cx="2194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617720"/>
            <a:ext cx="2194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65F24"/>
                </a:solidFill>
                <a:latin typeface="Arial"/>
              </a:defRPr>
            </a:pPr>
            <a:r>
              <a:t>40/day net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65F24"/>
                </a:solidFill>
                <a:latin typeface="Arial"/>
              </a:defRPr>
            </a:pPr>
            <a:r>
              <a:t>Capacity deficits: North 40/day; Central 80/day; West 50/day. On-time gate failures: North, East and West.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05  /  All data synthetic • Demand and capacity are daily readings, separate from the six-month totals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EXECUTION  /  TWO-LANE DEPENDENCY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Validation and training must both finish before the week-8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1155680" cy="150876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15087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26280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651760"/>
            <a:ext cx="41148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651760"/>
            <a:ext cx="50292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3108960"/>
            <a:ext cx="1280160" cy="160020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2651760"/>
            <a:ext cx="64008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35240" y="3657600"/>
            <a:ext cx="640080" cy="105156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29800" y="2651760"/>
            <a:ext cx="22860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331720"/>
            <a:ext cx="1371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331720"/>
            <a:ext cx="1371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31720"/>
            <a:ext cx="1371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2519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2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389120"/>
            <a:ext cx="1371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154680"/>
            <a:ext cx="1554480" cy="10058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246120"/>
            <a:ext cx="1371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194560"/>
            <a:ext cx="1417320" cy="9144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286000"/>
            <a:ext cx="1325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Dependencies flow left to right. Design: none. Gate requires Validate AND Train. Rollout requires Gate 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06  /  All data synthetic • Week numbers are relative to project 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RISK  /  LIKELIHOOD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R2 has the highest impact; R1 has the highest likelihood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Impact increases upward • Scale: 1 low to 5 high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48840"/>
          <a:ext cx="6035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715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8760" y="566928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 1 low to 5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69164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MITIGATIONS FOR EVERY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194560"/>
            <a:ext cx="4663440" cy="73152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350008"/>
            <a:ext cx="4297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R1  ·  (4, 3)  Cross-train two crews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108960"/>
            <a:ext cx="46634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264408"/>
            <a:ext cx="4297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R2  ·  (2, 5)  Dual-source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4023360"/>
            <a:ext cx="46634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4178808"/>
            <a:ext cx="4297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R3  ·  (3, 4)  Test failover weekly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937760"/>
            <a:ext cx="46634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5093208"/>
            <a:ext cx="4297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R4  ·  (2, 2)  Audit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07  /  All data synthetic • Coordinate pairs are (likelihood, impact); IDs occupy their specified matrix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DECISION  /  FUNDING AND RELEASE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Fund Balanced at $350k; release rollout only if every gate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154680" cy="3977639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697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2697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Balanced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6974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$130k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2.7-year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$40k three-year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74519"/>
            <a:ext cx="7589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WEEK 8  /  ALL THREE CONDITIONS MUST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51460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3347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9184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41071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06908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18795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4983480"/>
            <a:ext cx="758952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69080" y="5166360"/>
            <a:ext cx="3657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GO: every threshold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Next rollout: weeks 9–12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66360"/>
            <a:ext cx="3657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65F24"/>
                </a:solidFill>
                <a:latin typeface="Arial"/>
              </a:defRPr>
            </a:pPr>
            <a:r>
              <a:t>HOLD: any threshold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65F24"/>
                </a:solidFill>
                <a:latin typeface="Arial"/>
              </a:defRPr>
            </a:pPr>
            <a:r>
              <a:t>Remediate and repeat 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08  /  All data synthetic • Funding approval is distinct from the week-8 operational GO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