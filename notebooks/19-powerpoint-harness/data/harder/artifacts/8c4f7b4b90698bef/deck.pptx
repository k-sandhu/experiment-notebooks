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910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1C7D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Balanced: $350k buys $130k/yr in savings with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2.7-year payback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· regional distribution capacity · operations committee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265176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65176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(Balanced option)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10896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37560" y="1737360"/>
            <a:ext cx="265176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$130k/yr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560320"/>
            <a:ext cx="265176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310896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2200" y="1737360"/>
            <a:ext cx="265176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2.7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60320"/>
            <a:ext cx="265176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(350 ÷ 130)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310896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06840" y="1737360"/>
            <a:ext cx="265176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560320"/>
            <a:ext cx="265176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(3 × 130 − 350)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06840" y="310896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520440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Why act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77639"/>
            <a:ext cx="603504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Shipments ran 690 below target over six months (4,980 vs 5,670)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South's demand (340/day) already exceeds its capacity (320/day)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Balanced costs $90k less than Resilient and saves $35k/yr more than Lean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520440"/>
            <a:ext cx="4800600" cy="269748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3520440"/>
            <a:ext cx="91440" cy="2697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65760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69080"/>
            <a:ext cx="4389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Fund $350k for Balanced now; release the week 9–12 rollout only on a GO at the week-8 gate.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349240"/>
            <a:ext cx="43891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Gate: uptime ≥99.5%, all five sites ≥95% on time, backup-power test passed. Any miss → 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Shipments ran 690 below target over six months: 4,980 actual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vs 5,670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Monthly shipments, actual vs target, M1–M6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Shipments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8638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78240" y="1783080"/>
            <a:ext cx="28803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4,980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551176"/>
            <a:ext cx="28803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0" y="3063239"/>
            <a:ext cx="28803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0" y="3246120"/>
            <a:ext cx="28803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B778C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014215"/>
            <a:ext cx="28803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4526279"/>
            <a:ext cx="28803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78240" y="4709160"/>
            <a:ext cx="28803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2410C"/>
                </a:solidFill>
                <a:latin typeface="Arial"/>
              </a:defRPr>
            </a:pPr>
            <a:r>
              <a:t>−690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477256"/>
            <a:ext cx="28803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 (12.2% below target)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5989320"/>
            <a:ext cx="28803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Every month missed target; monthly shortfall ranged from 80 (M1) to 140 (M6).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Balanced gives up Resilient's 99.8% uptime to cost $90k less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and land 2 weeks sooner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prices unchanged · payback = investment ÷ annual saving · 3-yr net = 3 × saving − investment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 (selected)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206240"/>
            <a:ext cx="3535680" cy="219456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43159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not 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937759"/>
            <a:ext cx="331622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Best payback (2.3 yrs) and net ($65k), but 97.5% uptime is 2 points short of the 99.5% gate.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2920" y="4206240"/>
            <a:ext cx="3535680" cy="219456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2648" y="43159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Balanced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2648" y="4937759"/>
            <a:ext cx="331622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$130k/yr saving and an 8-week lead fit the week-8 gate; $40k three-year net.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2920" y="4206240"/>
            <a:ext cx="3535680" cy="219456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2648" y="43159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Tradeoff we accept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648" y="4937759"/>
            <a:ext cx="331622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Rated 99.0% uptime is below the 99.5% gate: the pilot must prove +0.5 pt, or we 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Base case nets $40k over three years; an 80% downside 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$38k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Annual saving at 80/100/120% of Balanced's $130k; investment fixed at $350k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Annual saving, $k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8521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874519"/>
          <a:ext cx="4892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66560" y="4572000"/>
            <a:ext cx="4892040" cy="169164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663440"/>
            <a:ext cx="457200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Breakeven within three years needs about $117k/yr saving (≈90% of base). Below that, the investment does not pay back in three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is the only capacity-constrained site: 340/day demand vs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320 capacity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site; three sites are also below the 95% on-time gate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75895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  <a:gridCol w="1264920"/>
              </a:tblGrid>
              <a:tr h="50945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394960"/>
            <a:ext cx="7589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Below 95% on time: Central 94%, South 89%, East 94%. All must reach 95% by the week-8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00200"/>
            <a:ext cx="31546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313432"/>
            <a:ext cx="31546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demand per 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0" y="278892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03920" y="2971800"/>
            <a:ext cx="31546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685032"/>
            <a:ext cx="31546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capacity per 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16052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503920" y="4434840"/>
            <a:ext cx="3154680" cy="1783080"/>
          </a:xfrm>
          <a:prstGeom prst="rect">
            <a:avLst/>
          </a:prstGeom>
          <a:solidFill>
            <a:srgbClr val="FD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526280"/>
            <a:ext cx="2926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2410C"/>
                </a:solidFill>
                <a:latin typeface="Arial"/>
              </a:defRPr>
            </a:pPr>
            <a:r>
              <a:t>CAPACITY-CONSTRAINED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937760"/>
            <a:ext cx="29260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South: short 20/day (340 demand vs 320 capacity)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Rollout begins week 9 only after Validate and Train both clear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the week-8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12-week plan in two lanes; connectors show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645920"/>
            <a:ext cx="1463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 8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164592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8056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554C0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1" y="2240280"/>
            <a:ext cx="1435608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1" y="2377440"/>
            <a:ext cx="143560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 wk 1–2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66744" y="2240280"/>
            <a:ext cx="2231136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2377440"/>
            <a:ext cx="22311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Build wk 3–5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4" y="2240280"/>
            <a:ext cx="2231136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4184" y="2377440"/>
            <a:ext cx="22311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Validate wk 6–8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21624" y="2240280"/>
            <a:ext cx="3026664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377440"/>
            <a:ext cx="302666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Rollout wk 9–12 (needs GO)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4184" y="4343400"/>
            <a:ext cx="2231136" cy="640080"/>
          </a:xfrm>
          <a:prstGeom prst="roundRect">
            <a:avLst/>
          </a:prstGeom>
          <a:solidFill>
            <a:srgbClr val="655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4184" y="4480560"/>
            <a:ext cx="22311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Train wk 6–8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291840"/>
            <a:ext cx="731520" cy="6400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3310128"/>
            <a:ext cx="73152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wk 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20440" y="2560320"/>
            <a:ext cx="146304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97880" y="2560320"/>
            <a:ext cx="146304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0" y="2880360"/>
            <a:ext cx="640080" cy="146304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55279" y="2880360"/>
            <a:ext cx="0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955279" y="3931920"/>
            <a:ext cx="0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21040" y="2880360"/>
            <a:ext cx="365760" cy="73152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Dependencies: Design → Build → Validate; Build → Train; Validate AND Train → Gate (wk 8); Gate GO → Rollout (wk 9–12). No GO = 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Two risks score highest (12 of 25): crew coverage R1 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failover R3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Likelihood × impact on 1–5 scales; each ID sits at its rated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55448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 = low, 5 = high)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91840"/>
            <a:ext cx="7772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Impact (1–5) ↓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51560" y="19659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 \ L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965960"/>
          <a:ext cx="47091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/>
                <a:gridCol w="1569720"/>
                <a:gridCol w="156972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5 = 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4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2 = 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949440" y="5120640"/>
            <a:ext cx="4709160" cy="96012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5166360"/>
            <a:ext cx="44805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Act first on R1 and R3; R2 is unlikely but carries maximum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Decision: fund $350k now; GO to the week 9–12 rollout only if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all three gate tests pass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Go/no-go at week 8; any failed threshold triggers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Fund $350k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Build &amp; train wk 1–8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1031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Gate wk 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1031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GO: rollout wk 9–12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1031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788920"/>
          <a:ext cx="7040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 threshold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 for GO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gap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≥ 99.5%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 rated 99.0%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On time, all five sites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≥ 95% each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 94, South 89, East 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Backup-power test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Must pass at gate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818120" y="2788920"/>
            <a:ext cx="3840480" cy="2377440"/>
          </a:xfrm>
          <a:prstGeom prst="rect">
            <a:avLst/>
          </a:prstGeom>
          <a:solidFill>
            <a:srgbClr val="FD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926080"/>
            <a:ext cx="3520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IF ANY THRESHOLD FAILS → 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703320"/>
            <a:ext cx="3520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Rollout does not start. Close the failing gap, then re-run the gate.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5440680"/>
            <a:ext cx="11155680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55778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Ask today: approve $350k for Balanced ($130k/yr saving, 2.7-yr payback, $40k three-year net) and these week-8 gate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