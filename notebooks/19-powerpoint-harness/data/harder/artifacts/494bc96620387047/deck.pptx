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Fund Resilient: $440k saves $155k/yr, pays back in 2.8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Aster cold-chain · regional distribution capacity · operations committee decision · synthetic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587752" cy="1737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Resilient 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440 ÷ 155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+$25k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 × 155 − 440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67665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64008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Shipments 520 (9.2%) below six-month target: 5,150 vs 5,670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South demand of 340/day exceeds its 320/day capacity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Uptime now outranks price: only Resilient (99.8%) is rated above the 99.5%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886200"/>
            <a:ext cx="4050791" cy="2423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02336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480560"/>
            <a:ext cx="36576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Fund $440k for Resilient today.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Go/no-go gate at week 10; rollout weeks 11–14 only on GO, otherwise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Shipments missed target in five of six months, 520 short overall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Monthly gaps: M1 −80 · M2 −120 · M3 −120 · M4 +40 · M5 −100 · M6 −140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Shipments per month, actual vs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57400"/>
          <a:ext cx="76809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595360" y="1828800"/>
            <a:ext cx="3044952" cy="114300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892807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48716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actual shipments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3108960"/>
            <a:ext cx="3044952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3172968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76732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target shipments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4389120"/>
            <a:ext cx="3044952" cy="114300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453128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B42318"/>
                </a:solidFill>
                <a:latin typeface="Arial"/>
              </a:defRPr>
            </a:pPr>
            <a:r>
              <a:t>−520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04748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Gap (9.2% below 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669280"/>
            <a:ext cx="304495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Only M4 beat target (+40). Largest shortfall: M6 at −140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Resilient is the only option rated above the 99.5% uptime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Reference option values unchanged; Resilient is now selected because uptime outranks price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3703320"/>
            <a:ext cx="109728" cy="6400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7680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Payback = investment ÷ annual saving (one decimal). 3-yr net = 3 × saving −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83080"/>
            <a:ext cx="3136392" cy="452628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The tradeoff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31720"/>
            <a:ext cx="2834640" cy="3886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vs Balanced: +$90k cost, +$25k/yr saving, +0.8 pts uptime, 2 weeks longer; payback 0.1 yr longer, 3-yr net $15k lower.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vs Lean: +$220k cost, +2.3 pts uptime, 4 weeks longer; 3-yr net $40k lower.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Why accept it: 99.8% is the only rating that clears the 99.5% gate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Base case clears three-year breakeven by $25k; downside misses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Scenarios at 80 / 100 / 120% of Resilient's $155k/yr saving; $440k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Annual saving by scenario, $k/yr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57400"/>
          <a:ext cx="6217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2057400"/>
          <a:ext cx="45079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998"/>
                <a:gridCol w="1126998"/>
                <a:gridCol w="1126998"/>
                <a:gridCol w="1126998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0" y="4526280"/>
            <a:ext cx="4507992" cy="1874519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17720"/>
            <a:ext cx="416052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breakeven needs ≥$147k/yr (440 ÷ 3). Downside is ≈$23k/yr short, so the week-10 gate must confirm performance before rollout 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South is the only site where daily demand exceeds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Daily shipments by site; headroom = capacity −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863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  <a:gridCol w="1310640"/>
                <a:gridCol w="1310640"/>
                <a:gridCol w="131064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3429000"/>
            <a:ext cx="109728" cy="5486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1783080"/>
            <a:ext cx="2907792" cy="141732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847088"/>
            <a:ext cx="2651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F86"/>
                </a:solidFill>
                <a:latin typeface="Arial"/>
              </a:defRPr>
            </a:pPr>
            <a:r>
              <a:t>1,600 / 1,710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23160"/>
            <a:ext cx="2651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daily demand / capacity (94% utilized)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3337560"/>
            <a:ext cx="2907792" cy="105156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3401568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Capacity-constrained: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South (−20/day)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4526280"/>
            <a:ext cx="2907792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590288"/>
            <a:ext cx="2651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Below 95% on-time gate: Central 94, South 89, East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Rollout moves to weeks 11–14, after Validate and Train clear the week-10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Critical path: Design → Build → Validate → Gate → Rollout; Train runs alongside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9164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0680" y="169164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69164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169164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543" y="2103120"/>
            <a:ext cx="1261872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3" y="2176272"/>
            <a:ext cx="12618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No dependency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2103120"/>
            <a:ext cx="1947672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2176272"/>
            <a:ext cx="1947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1947672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2176272"/>
            <a:ext cx="1947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4544" y="2103120"/>
            <a:ext cx="2633472" cy="1005840"/>
          </a:xfrm>
          <a:prstGeom prst="rect">
            <a:avLst/>
          </a:prstGeom>
          <a:solidFill>
            <a:srgbClr val="00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2176272"/>
            <a:ext cx="26334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3520440"/>
            <a:ext cx="576072" cy="8229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3639312"/>
            <a:ext cx="5760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56616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Go/no-go gate, week 10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needs Validate AND Train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5544" y="4754880"/>
            <a:ext cx="1947672" cy="1005840"/>
          </a:xfrm>
          <a:prstGeom prst="rect">
            <a:avLst/>
          </a:prstGeom>
          <a:solidFill>
            <a:srgbClr val="4C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4828032"/>
            <a:ext cx="1947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28416" y="2606040"/>
            <a:ext cx="10972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85816" y="2606040"/>
            <a:ext cx="10972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" y="3108960"/>
            <a:ext cx="457200" cy="16459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3108960"/>
            <a:ext cx="1207008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15200" y="4343400"/>
            <a:ext cx="1207008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814816" y="3108960"/>
            <a:ext cx="420624" cy="82296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New backup-power risk R5 scores highest at 15; every risk has a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1828800"/>
            <a:ext cx="4343400" cy="3886200"/>
          </a:xfrm>
          <a:prstGeom prst="rect">
            <a:avLst/>
          </a:prstGeom>
          <a:solidFill>
            <a:srgbClr val="F7F8F9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33172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908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60604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3040" y="338328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63040" y="416052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40" y="493776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69080" y="356616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1168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34340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02996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80720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8444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6168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3892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6080760"/>
            <a:ext cx="4343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1828800"/>
            <a:ext cx="868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(1–5)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828800"/>
          <a:ext cx="533095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84"/>
                <a:gridCol w="1776984"/>
                <a:gridCol w="1776984"/>
              </a:tblGrid>
              <a:tr h="6477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× 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5 = 15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$440k now; roll out after week 10 only if all thresholds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One funding decision today, one go/no-go decision at the week-10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743200" cy="3931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377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 · Fund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3774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Resilient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23774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$155k/yr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2.8-yr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+$25k three-year 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83080"/>
            <a:ext cx="4572000" cy="3931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2 · Week-10 gate: all three must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42316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48716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Resilient is rated 99.8%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52044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58444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Today 2 of 5 meet it (North, West)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61772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68172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Required at gate; tested early under R5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0" y="274320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38160" y="475488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80" y="1783080"/>
            <a:ext cx="3227832" cy="1874519"/>
          </a:xfrm>
          <a:prstGeom prst="rect">
            <a:avLst/>
          </a:prstGeom>
          <a:solidFill>
            <a:srgbClr val="E6F4F4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20240"/>
            <a:ext cx="28803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GO — all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Roll out weeks 11–14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840480"/>
            <a:ext cx="3227832" cy="1874519"/>
          </a:xfrm>
          <a:prstGeom prst="rect">
            <a:avLst/>
          </a:prstGeom>
          <a:solidFill>
            <a:srgbClr val="FBEAE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28803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HOLD — any one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No rollout until the committee reviews again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Ask: approve $440k for Resilient today and confirm the three thresholds as the binding week-10 go/no-go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