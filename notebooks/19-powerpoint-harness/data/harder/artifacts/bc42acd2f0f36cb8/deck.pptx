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Resilient: fund the Cedar sensor network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Field sensor rollout  •  Decision for the engineering steering group  •  All data synthetic  •  Currency: $k  •  Uptime now outranks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DECISION:  Approve Resilient — $440k investment, subject to the Week 10 gate (Slide 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$155k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Payback = $440k ÷ $155k/yr = 2.8 years.   Three-year net = 3 × $155k − $440k = $25k.   Resilient gives the highest uptime (99.8%) — now the top-ranked criterion.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1  •  Executive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 months: actual trails target by 330 readings; only M4 is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C7D"/>
                </a:solidFill>
                <a:latin typeface="Arial"/>
              </a:defRPr>
            </a:pPr>
            <a:r>
              <a:t>Readings per month (M1–M6) — actual vs target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863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463040"/>
            <a:ext cx="2953512" cy="44805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691640"/>
            <a:ext cx="24963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28600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5,630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38328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5,960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48056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−330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Actual: 890, 890, 940, 1,150, 860, 900  •  Target: 970, 980, 1,070, 1,040, 930, 970  •  M4 corrected to 1,150; the remaining shortfall is the problem to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2  •  Actual vs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wins on uptime: 99.8% — price is now secondary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629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114800"/>
            <a:ext cx="11091672" cy="19659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 option — Resilient: the tradeoff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Resilient costs $90k more than Balanced ($440k vs $350k) and takes 2 weeks longer (10 vs 8), but raises uptime from 99.0% to 99.8% (+0.8 pts) and saving from $130k to $155k/yr (+$25k/yr). With uptime now outranking price, Resilient accepts higher capital at risk and later delivery in exchange for the highest uptime of the three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3  •  Options  •  Reference prices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Resilient pays back in 2.8 years at base; downside is −$68k at year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Annual saving by scenario — $k/yr (80% / 100% / 120% of $155k)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463040"/>
            <a:ext cx="4233672" cy="42062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776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PAYBACK &amp; 3-YEAR NET ($440k invested)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9456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Downside 80% — $124k/yr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3.5 yrs  •  3-yr net −$68k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9184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Base 100% — $155k/yr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2.8 yrs  •  3-yr net $25k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38912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Upside 120% — $186k/yr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2.4 yrs  •  3-yr net $118k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Payback = $440k ÷ saving.   Three-year net = 3 × saving − $440k.   Downside risk is bounded at −$68k over three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4  •  Scenarios  •  Resilient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Daily demand vs daily capacity by site (not six-month totals)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5394960" cy="12344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Totals:  Demand 1,700/day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 1,660/day  •  Shortfall 40/day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892040"/>
            <a:ext cx="5394960" cy="123444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Capacity-constrained (demand &gt; capacity):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North, Central,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5  • 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14-week roadmap: build and train converge at the Week 10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1965960"/>
          </a:xfrm>
          <a:prstGeom prst="roundRect">
            <a:avLst/>
          </a:prstGeom>
          <a:solidFill>
            <a:srgbClr val="E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429000"/>
            <a:ext cx="11274552" cy="15087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325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31920"/>
            <a:ext cx="1234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002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691640"/>
            <a:ext cx="127101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703320"/>
            <a:ext cx="1691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3776472"/>
            <a:ext cx="154533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834640"/>
            <a:ext cx="1005840" cy="86868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2212848"/>
            <a:ext cx="457200" cy="43891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52360" y="3383280"/>
            <a:ext cx="457200" cy="82296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2240280"/>
            <a:ext cx="141732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377440"/>
            <a:ext cx="1271016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 Wk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AND Train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326880" y="2212848"/>
            <a:ext cx="320040" cy="53035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1600200"/>
            <a:ext cx="1783080" cy="12344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691640"/>
            <a:ext cx="163677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Sequence: Design (1–2) → Build (3–5) → Validate (6–8) and Train (6–8) in parallel → Gate at Week 10 → Rollout (11–14) only on GO. No rollout before the gate.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6  • 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Top risk is R5 (3×5=15); R1 and R3 follow at 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554480"/>
          <a:ext cx="457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28523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528523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28523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528523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285232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596128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Impact (1–5)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1460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4612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77639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0916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" y="2331720"/>
            <a:ext cx="50292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72B4D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87168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392B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950208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392B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18688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26A00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950208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218688"/>
            <a:ext cx="914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0392B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54480"/>
            <a:ext cx="5330952" cy="438912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487375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MITIGATIONS (all risks)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86000"/>
            <a:ext cx="4873752" cy="3474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R1  L4 × I3 — Cross-train two crews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R2  L2 × I5 — Dual-source hardware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R3  L3 × I4 — Test failover weekly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R4  L2 × I2 — Audit labels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R5  L3 × I5 — Test backup power before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7  •  Risks  •  Likelihood (vertical) × Impact (horizontal)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$440k now; rollout only if every Week 10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17373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FUNDING DECISION —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Resilient: $440k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$155k/yr saving  •  2.8-yr payback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34440"/>
            <a:ext cx="5394960" cy="173736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FALLBACK — 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If ANY threshold fails: HOLD.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 rollout. Fix, re-test, re-gate.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1091672" cy="201168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 / NO-GO GATE — Week 10  (all three thresholds must pass)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1)  Uptime ≥ 99.5%        2)  All five sites ≥ 95% on time        3)  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Gate rule:  Uptime ≥99.5% AND all five sites ≥95% on time AND backup-power test passed.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Next step on GO:  Rollout in Weeks 11–14 to all five sites.     On HOLD:  pause rollout, remediate the failed threshold, and repeat the Week 10 gate before any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8  •  Funding &amp; decision  •  Cedar sensor network — Resilient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