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clear development header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Measured layout regression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2879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6031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560" y="5212080"/>
            <a:ext cx="274319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37120" y="4846320"/>
            <a:ext cx="3169920" cy="7315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272" y="4919472"/>
            <a:ext cx="3023616" cy="5852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2800" y="52120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