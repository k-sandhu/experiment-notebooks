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333333"/>
                </a:solidFill>
                <a:latin typeface="Arial"/>
              </a:defRPr>
            </a:pPr>
            <a:r>
              <a:t>HELP GIVE HOUSEHOLD ITEMS ANOTHER CHANCE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55A4"/>
                </a:solidFill>
                <a:latin typeface="Arial"/>
              </a:defRPr>
            </a:pPr>
            <a:r>
              <a:t>A fictional neighborhood repair-café campaign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68580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Bring your curiosity.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Lend a hand. Take 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63824"/>
            <a:ext cx="6537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Neighbors can join as participants or volunteers. Help welcome visitors, support repair activities or assist with safety checks. No specialist qualification is implied.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947672"/>
            <a:ext cx="38404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221992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55A4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61488"/>
            <a:ext cx="3291840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1  Sign up by end of 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2  Volunteers train in 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3  Attend events in week 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4  Follow up in week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02352"/>
            <a:ext cx="6720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Choose how you would like to help and contact the “Local organizer” placeholder to express interest.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987552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176 SEATS ACROSS FOUR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Capacity is set for each session; every session lasts 2 hours.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37943"/>
            <a:ext cx="72237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SESSION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72237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Seats per session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670048"/>
          <a:ext cx="7040880" cy="32186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92440" y="1901952"/>
            <a:ext cx="22860" cy="385876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01168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2825496"/>
            <a:ext cx="28346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total seats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3575304"/>
            <a:ext cx="3063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4 × 2 hours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= 8 session-hours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4690872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50 + 43 + 34 + 49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= 176 seats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987552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40 VOLUNTEERS. 120 HOURS OF SUPPORT.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A 3-hour commitment per volunteer supports the repair initiative.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55A4"/>
                </a:solidFill>
                <a:latin typeface="Arial"/>
              </a:defRPr>
            </a:pPr>
            <a:r>
              <a:t>40 volunteers × 3 hours each = 120 volunteer-hours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43784"/>
            <a:ext cx="3502152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5112" y="2843784"/>
            <a:ext cx="3502152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01583" y="2843784"/>
            <a:ext cx="3511296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044952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94176"/>
            <a:ext cx="3017520" cy="12070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Greet participants, help with check-in and explain the session 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108960"/>
            <a:ext cx="3044952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694176"/>
            <a:ext cx="3017520" cy="12070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Help organize items and parts, and support activities within your skills.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3108960"/>
            <a:ext cx="3044952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3694176"/>
            <a:ext cx="3017520" cy="12070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Help follow event safety guidance and flag concerns to the organizer.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95544"/>
            <a:ext cx="11064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Training is in week 2. No specialist qualification is implied; safety checks do not provide safety certification.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987552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A $3,320 EVENT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Materials are the largest cost, followed by venue and outreach.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92807"/>
            <a:ext cx="676656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BUDGET BREAKDOWN • DOLLARS ($)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68880"/>
          <a:ext cx="6812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140"/>
                <a:gridCol w="3406140"/>
              </a:tblGrid>
              <a:tr h="5486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3,320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09560" y="1892807"/>
            <a:ext cx="22860" cy="386791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029968"/>
            <a:ext cx="3291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0055A4"/>
                </a:solidFill>
                <a:latin typeface="Arial"/>
              </a:defRPr>
            </a:pPr>
            <a:r>
              <a:t>$3,320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843784"/>
            <a:ext cx="329184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total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685032"/>
            <a:ext cx="3200400" cy="11155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$1,340 + $1,000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+ $680 + $300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= $3,320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138928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Access support has a $300 budget allocation.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987552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TRAIN FIRST. HOLD EVENTS IN WEEK 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Key milestones • Events require completed training AND venue confirmation.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92024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65960"/>
            <a:ext cx="192024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65960"/>
            <a:ext cx="192024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192024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965960"/>
            <a:ext cx="192024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615184"/>
            <a:ext cx="1106424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8640" y="2898648"/>
            <a:ext cx="19202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898648"/>
            <a:ext cx="19202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2898648"/>
            <a:ext cx="19202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898648"/>
            <a:ext cx="1920240" cy="1783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2898648"/>
            <a:ext cx="19202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145536"/>
            <a:ext cx="1609344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opens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45536"/>
            <a:ext cx="1609344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Volunteer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Sign-up closes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3145536"/>
            <a:ext cx="1609344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3145536"/>
            <a:ext cx="1609344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Repair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3145536"/>
            <a:ext cx="1609344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One week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after 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10912"/>
            <a:ext cx="11064240" cy="960120"/>
          </a:xfrm>
          <a:prstGeom prst="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93792"/>
            <a:ext cx="106070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55A4"/>
                </a:solidFill>
                <a:latin typeface="Arial"/>
              </a:defRPr>
            </a:pPr>
            <a:r>
              <a:t>EVENT GATE: Week 2 training completed AND week 3 venue confirmation → week 5 events.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987552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BRING ONE SMALL HOUSEHOLD 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Join a session with clear expectations about what repair support can offer.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4983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TAKING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49834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Bring one small household item for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58184"/>
            <a:ext cx="4937760" cy="1828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87368"/>
            <a:ext cx="49834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Walk-ins are welcome within session capacity. Each session lasts 2 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938528"/>
            <a:ext cx="22860" cy="376732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65960"/>
            <a:ext cx="510235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WHAT TO EXPECT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97480"/>
            <a:ext cx="4937760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Arial"/>
              </a:defRPr>
            </a:pPr>
            <a:r>
              <a:t>Repairs depend on the skills and parts available at the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0528" y="3986784"/>
            <a:ext cx="5102352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4251960"/>
            <a:ext cx="4617720" cy="10241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A repair is not guaranteed.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No safety certification is provided.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987552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SYNTHETIC TRIAL: 60.0% REPAIR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Last synthetic trial • 100 items assessed • Illustrative results, not a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83664"/>
            <a:ext cx="713232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OUTCOMES FOR ASSESSED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71323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Number of items • last synthetic trial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724912"/>
          <a:ext cx="71323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119872" y="1901952"/>
            <a:ext cx="22860" cy="387705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993392"/>
            <a:ext cx="310896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6488" y="2862072"/>
            <a:ext cx="310896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3557016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60 ÷ 100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= 60.0%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4736592"/>
            <a:ext cx="3108960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60 + 24 + 16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All assessed items are accounted for.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987552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SIGN UP BY THE END OF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Choose your role now. Repair events take place in week 5.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47672"/>
            <a:ext cx="5376672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36208" y="1947672"/>
            <a:ext cx="5376672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4632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JOIN AS A PARTICIPANT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52928"/>
            <a:ext cx="4846320" cy="11338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Bring one small household item.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Repairs depend on available skills and parts.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21992"/>
            <a:ext cx="484632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JOIN AS A VOLUNTEER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52928"/>
            <a:ext cx="4846320" cy="11338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Commit 3 hours to welcome, repair support or safety checks. Training is in week 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90288"/>
            <a:ext cx="11064240" cy="112471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6492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CONTACT: Local organizer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Placeholder for participant and volunteer sign-up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00600"/>
            <a:ext cx="353872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DEADLINE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End of 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07024"/>
            <a:ext cx="11064240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Walk-ins welcome within capacity. No guaranteed repair or safety certification.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987552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