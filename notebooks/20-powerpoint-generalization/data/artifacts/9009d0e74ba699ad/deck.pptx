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26A69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Come Join Our Repair Café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A fictional neighborhood campaign — bring an item, learn together, lend a hand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67665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2636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Got a small household item that needs attention? Come along, talk through the problem, and see what can be tried — side by side with neighbors.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00200"/>
            <a:ext cx="3794760" cy="1325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3375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Everyone local is welcome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as a participant or a volunteer.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154680"/>
            <a:ext cx="348996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264408"/>
            <a:ext cx="327050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Who can take part?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886200"/>
            <a:ext cx="3270504" cy="1399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Local residents of all experience levels. Bring one small household item — or just come to help and learn.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8640" y="3154680"/>
            <a:ext cx="348996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8368" y="3264408"/>
            <a:ext cx="327050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What happens?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8368" y="3886200"/>
            <a:ext cx="3270504" cy="1399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We welcome you, assess the item together, attempt a repair if skills and parts allow, or suggest a next step.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2920" y="3154680"/>
            <a:ext cx="348996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8" y="3264408"/>
            <a:ext cx="327050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Want to volunteer?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648" y="3886200"/>
            <a:ext cx="3270504" cy="1399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Choose welcome, repair support, or safety check. Training is in Week 2 — no specialist qualification is implied.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5715000"/>
            <a:ext cx="10789920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The journey:  Registration Week 1  →  Training Week 2  →  Events Week 4  →  Follow-up Week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46E7A"/>
                </a:solidFill>
                <a:latin typeface="Arial"/>
              </a:defRPr>
            </a:pPr>
            <a:r>
              <a:t>A fictional campaign for planning purposes — no claims about real communities are made.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Four Sessions, 162 Seats in Total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North, East, South and West — every session lasts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Seats available per session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965960"/>
          <a:ext cx="70408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62356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Seats (people)  ·  axis starts at zero  ·  45 + 39 + 31 + 47 = 162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3832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3832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TOTAL SEATS ACROSS 4 SESSIONS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0" y="3108960"/>
            <a:ext cx="338328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75320" y="3337560"/>
            <a:ext cx="315468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A69A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105656"/>
            <a:ext cx="315468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LENGTH OF EVERY SESSION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75320" y="4617720"/>
            <a:ext cx="315468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55279" y="4846320"/>
            <a:ext cx="35661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5029200"/>
            <a:ext cx="31089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West (47) and North (45) are the largest. South is smallest at 31 — book early there.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Pick the session that suits you best — walk-ins are welcome within session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29 Volunteers Power Every Session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Friendly roles, clear training, and time that adds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2918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32918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VOLUNTEERS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063240"/>
            <a:ext cx="329184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97680" y="1600200"/>
            <a:ext cx="32918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A69A"/>
                </a:solidFill>
                <a:latin typeface="Arial"/>
              </a:defRPr>
            </a:pPr>
            <a:r>
              <a:t>× 3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23160"/>
            <a:ext cx="32918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EACH VOLUNTEER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2971800"/>
            <a:ext cx="329184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92440" y="1783080"/>
            <a:ext cx="33832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5C9CE6"/>
                </a:solidFill>
                <a:latin typeface="Arial"/>
              </a:defRPr>
            </a:pPr>
            <a:r>
              <a:t>= 87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606039"/>
            <a:ext cx="33832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VOLUNTEER-HOURS IN TOTAL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3154680"/>
            <a:ext cx="338328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94360" y="3291840"/>
            <a:ext cx="34899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401568"/>
            <a:ext cx="327050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023360"/>
            <a:ext cx="327050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Greet arrivals, help people settle in, and keep the queue friendly and clear.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8640" y="3291840"/>
            <a:ext cx="34899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8368" y="3401568"/>
            <a:ext cx="327050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8368" y="4023360"/>
            <a:ext cx="327050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Sit with participants, talk through the item, and help try a fix where possible.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2920" y="3291840"/>
            <a:ext cx="34899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2648" y="3401568"/>
            <a:ext cx="327050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2648" y="4023360"/>
            <a:ext cx="327050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Keep an eye on tools, workspace and basic checks so everyone can take part with care.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5715000"/>
            <a:ext cx="9601200" cy="7772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852160"/>
            <a:ext cx="9144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Training is in Week 2.  No specialist qualification is implied — curiosity and care are enough to start.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A Simple, Open $2,860 Budget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Where the synthetic budget goes — every amount shown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6583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item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$2,860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12080"/>
            <a:ext cx="6583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46E7A"/>
                </a:solidFill>
                <a:latin typeface="Arial"/>
              </a:defRPr>
            </a:pPr>
            <a:r>
              <a:t>$1,270 + $950 + $640 + $0 = $2,860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737360"/>
            <a:ext cx="3749039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$2,860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560320"/>
            <a:ext cx="3749039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TOTAL BUDGET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26679" y="3108960"/>
            <a:ext cx="374904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35240" y="3337560"/>
            <a:ext cx="39319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520440"/>
            <a:ext cx="347472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Share of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Materials  44.4%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Venue  33.2%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Outreach  22.4%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Access support  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715000"/>
            <a:ext cx="10424160" cy="7315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870448"/>
            <a:ext cx="99669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Materials are the largest cost. Access support is budgeted at $0 in this synthetic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From Sign-Up to Follow-Up in Five Weeks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One clear path — with two things that must be ready before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37360"/>
            <a:ext cx="1984248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810512"/>
            <a:ext cx="1837944" cy="11795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Wk 1 Registration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1737360"/>
            <a:ext cx="1984248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810512"/>
            <a:ext cx="1837944" cy="11795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Wk 2 Training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240030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11496" y="1737360"/>
            <a:ext cx="1984248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4648" y="1810512"/>
            <a:ext cx="1837944" cy="11795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Wk 3 Venue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37176" y="240030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70064" y="1737360"/>
            <a:ext cx="1984248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3216" y="1810512"/>
            <a:ext cx="1837944" cy="11795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Wk 4 Events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95744" y="240030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28632" y="1737360"/>
            <a:ext cx="1984248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01784" y="1810512"/>
            <a:ext cx="1837944" cy="11795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Wk 5 Follow-up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54312" y="240030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Week 4 events depend on BOTH of these: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794760"/>
            <a:ext cx="35661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50208"/>
            <a:ext cx="3200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Training completed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74920"/>
            <a:ext cx="35661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230368"/>
            <a:ext cx="3200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Venue confirmed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Week 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20" y="4315968"/>
            <a:ext cx="1600200" cy="576072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389120" y="5074920"/>
            <a:ext cx="1600200" cy="521208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89320" y="4526280"/>
            <a:ext cx="1234440" cy="8686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4773168"/>
            <a:ext cx="1051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23760" y="4956048"/>
            <a:ext cx="1143000" cy="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66760" y="4434840"/>
            <a:ext cx="3063240" cy="105156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4590288"/>
            <a:ext cx="26974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Week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715000"/>
            <a:ext cx="3931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Follow-up follows one week later, in Week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How to Take Part on the 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Bring one item, join a session, and explore the fix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40"/>
            <a:ext cx="34899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01368"/>
            <a:ext cx="327050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1 · Bring one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423160"/>
            <a:ext cx="3270504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Choose one small household item you would like help with. One item per person keeps time for everyone.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640" y="1691640"/>
            <a:ext cx="34899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8368" y="1801368"/>
            <a:ext cx="327050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2 · Assess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8368" y="2423160"/>
            <a:ext cx="3270504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We look at the item with you and talk through what might be tried, based on available skills and parts.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2920" y="1691640"/>
            <a:ext cx="34899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2648" y="1801368"/>
            <a:ext cx="327050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3 · Try or refer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2648" y="2423160"/>
            <a:ext cx="3270504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If a repair looks possible, we attempt it together. If not, we suggest a referral or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80560"/>
            <a:ext cx="5120640" cy="10972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45152"/>
            <a:ext cx="46634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Walk-ins are welcome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within session capacity (162 seats total).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389120"/>
            <a:ext cx="5120640" cy="13258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544568"/>
            <a:ext cx="46634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Please note: repairs depend on available skills and parts. There is no guaranteed repair or safety certification.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Not sure if your item fits? Bring it along — the assessment is part of the session.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Synthetic Trial: 90 Items Assessed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Results from the last synthetic trial — for illustration, not a real-world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Outcome per item assessed (synthetic trial)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965960"/>
          <a:ext cx="7040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57784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Items (count)  ·  54 + 22 + 14 = 90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37360"/>
            <a:ext cx="333756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587752"/>
            <a:ext cx="333756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REPAIR SHARE — 54 OF 90 ITEMS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92440" y="3154680"/>
            <a:ext cx="3337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55279" y="3429000"/>
            <a:ext cx="36118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584448"/>
            <a:ext cx="3154680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In this trial: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54 repaired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22 referred onward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14 not repairable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6080760"/>
            <a:ext cx="10424160" cy="5486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6217920"/>
            <a:ext cx="9966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Even when an item could not be repaired, owners left with a referral or a clear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Sign Up by the End of Week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Choose your way in — events take place in 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120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4754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7043"/>
                </a:solidFill>
                <a:latin typeface="Arial"/>
              </a:defRPr>
            </a:pPr>
            <a:r>
              <a:t>Join as a participant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75488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Register from Week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Pick North, East, South or West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Bring one small household item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2120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55648"/>
            <a:ext cx="4754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7043"/>
                </a:solidFill>
                <a:latin typeface="Arial"/>
              </a:defRPr>
            </a:pPr>
            <a:r>
              <a:t>Join as a volunteer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Sign up by end of 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Train in Week 2 (3 hours)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Welcome · repair support · safety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4160520"/>
            <a:ext cx="9372600" cy="12344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4343400"/>
            <a:ext cx="88239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Ready? Sign up by the end of Week 2 — we will see you at the Week 4 events!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5669280"/>
            <a:ext cx="10789920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585216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Questions? Contact:  Local organizer  (placeholder — details to be shared locally)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09360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E7A"/>
                </a:solidFill>
                <a:latin typeface="Arial"/>
              </a:defRPr>
            </a:pPr>
            <a:r>
              <a:t>Walk-ins welcome within session capacity. Repairs depend on available skills and parts; no guaranteed repair.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