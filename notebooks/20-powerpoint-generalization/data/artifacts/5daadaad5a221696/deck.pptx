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9DB4C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DECISION: SELECT OPTION 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Requested approval: $499k equipment investment, subject to the week-10 GO/HOLD gate (synthetic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5848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Annual saving per year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55848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8776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Simple payback (499 ÷ 162)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08776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61704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4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Three-year net (3 × 162 − 499)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61704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520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WHAT OPTION C DELIVERS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35661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Highest saving ($162k/yr vs $113k for B, $72k for A) at the highest investment. Reference uptime 99.9%.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749039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THREE-YEAR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4160520"/>
            <a:ext cx="35661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Base case is near breakeven at −$13k after three years; downside −$110.2k, upside +$84.2k (see Scenario).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749039"/>
            <a:ext cx="36210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5" y="4160520"/>
            <a:ext cx="3621024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Rollout proceeds only on GO at week 10: uptime ≥ 99.6%, all sites pass capacity validation, training and validation complete.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All figures are synthetic. $k = thousands of dollars.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OPTIONS: THREE REFERENCE CONFIGURATIONS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Investment, annual saving and reference uptime as provided; reference options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Investment and annual saving by option ($k)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577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72768"/>
            <a:ext cx="5257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Side-by-side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65960"/>
          <a:ext cx="5257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5166360"/>
            <a:ext cx="5257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257800"/>
            <a:ext cx="5257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Payback = investment ÷ annual saving; three-year net = 3 × saving − investment. Only C's reference uptime meets the 99.6% gate threshold; reference uptime is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PERFORMANCE: 110 UNITS BELOW SIX-MONTH TARGET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Monthly output M1–M6 versus a flat target of 1,100 units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758952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96596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6,490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2432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Actual total (units)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3063239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329184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97A6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5020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Target total (units)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389120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03920" y="461772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−110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7608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Shortfall (units, −1.7%)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5715000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053328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Variance vs target: M1 −240, M2 −310, M3 +90, M4 +250, M5 +30, M6 +70. Early deficit of 550 is offset by 440 surplus → net −110.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SCENARIO: PAYBACK RANGES FROM 2.6 TO 3.9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Option C, investment fixed at $499k; saving at 80% / 100% / 120% of $162k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1206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572768"/>
            <a:ext cx="5623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Computed payback and three-year net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965960"/>
          <a:ext cx="5623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129.6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 ÷ 129.6 = 3.9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129.6 − 499 = 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 ÷ 162 = 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162 − 499 = 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 ÷ 194.4 = 2.6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194.4 − 499 = 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4572000"/>
            <a:ext cx="5623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4709160"/>
            <a:ext cx="5623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BREAKEVEN WITHIN THREE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074920"/>
            <a:ext cx="5623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Requires saving ≥ 499 ÷ 3 = $166.3k/yr, about 2.7% above the base case. Only the upside scenario clears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CAPACITY: NO SITE HAS DEMAND ABOVE CAPACITY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Daily demand vs daily capacity at North, East and West; West has the tightest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Daily demand vs capacity by site (per day)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572768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Site check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96596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55080" y="4389120"/>
            <a:ext cx="5303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52628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892040"/>
            <a:ext cx="53035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Demand is within capacity at all three sites. West runs closest to its limit (96.7%, 11/day headroom). Site capacity validation remains a gate criterion.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6035040"/>
            <a:ext cx="5303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Headroom = capacity − demand; utilization = demand ÷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ROADMAP: 14 WEEKS FROM DESIGN TO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Technical and People lanes converge at the week-10 gate (drawn to scale, one unit per week)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2286000"/>
            <a:ext cx="128016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331720"/>
            <a:ext cx="1280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5304" y="2286000"/>
            <a:ext cx="1947672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331720"/>
            <a:ext cx="1947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286000"/>
            <a:ext cx="1947672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331720"/>
            <a:ext cx="1947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566160"/>
            <a:ext cx="1947672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611880"/>
            <a:ext cx="19476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2286000"/>
            <a:ext cx="612648" cy="2011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971800"/>
            <a:ext cx="61264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286000"/>
            <a:ext cx="2615184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331720"/>
            <a:ext cx="261518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20440" y="2651760"/>
            <a:ext cx="54864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22976" y="2651760"/>
            <a:ext cx="54864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49240" y="3017520"/>
            <a:ext cx="36576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25512" y="2651760"/>
            <a:ext cx="722376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25512" y="3931920"/>
            <a:ext cx="722376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60536" y="2651760"/>
            <a:ext cx="54864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75488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Validate and Train run in parallel in weeks 6–8, both starting after Build. Both feed the week-10 gate; no activity is scheduled in week 9. Rollout (weeks 11–14) starts only on 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GATE: GO ONLY IF ALL THREE CRITERIA ARE MET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Week-10 decision rule; any unmet criterion results in HOLD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 for GO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at week 10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Measured operational uptime, not the reference figure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All sites pass (North, East, West)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 validation result for each site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Readiness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and validation both 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Completion of the weeks 6–8 workstreams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543800" y="2423160"/>
            <a:ext cx="54864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43800" y="3886200"/>
            <a:ext cx="54864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1783080"/>
            <a:ext cx="3520440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91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3172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All three criteria met → proceed to rollout, weeks 11–14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246120"/>
            <a:ext cx="35204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291840"/>
            <a:ext cx="3291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55A4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9476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Any criterion unmet → no rollout until resolved and re-tested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73152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CAVEAT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Reference uptime is not proof of operational performance. Option C's reference uptime (99.9%) is 0.3 points above the 99.6% threshold, but GO still depends on measured operational uptime.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RISK: SUPPLIER DELAY IS THE MORE LIKELY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Likelihood (x) and impact (y), each scored 1–5, with planned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Impact (1–5) ↑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920240"/>
            <a:ext cx="50292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62272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57984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6144768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3694176"/>
            <a:ext cx="292608" cy="29260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291840"/>
            <a:ext cx="23774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Supplier delay (L4, I3)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42616" y="2926080"/>
            <a:ext cx="292608" cy="29260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523744"/>
            <a:ext cx="23774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Training gap (L2, I4)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66560" y="1920240"/>
          <a:ext cx="48920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8"/>
                <a:gridCol w="978408"/>
                <a:gridCol w="978408"/>
                <a:gridCol w="978408"/>
                <a:gridCol w="978408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766560" y="3931920"/>
            <a:ext cx="48920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READING THE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34840"/>
            <a:ext cx="48920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Supplier delay is more likely (4 vs 2) and scores higher overall (12 vs 8). Training gap carries the higher impact (4 vs 3). Score = likelihood × impact, used as a ranking aid.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6035040"/>
            <a:ext cx="4892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All data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