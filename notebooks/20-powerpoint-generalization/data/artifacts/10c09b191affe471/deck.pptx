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7043"/>
                </a:solidFill>
                <a:latin typeface="Arial"/>
              </a:defRPr>
            </a:pPr>
            <a:r>
              <a:t>SIMULATED INCIDENT REVIEW · ALL DATA SYNTHETIC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263238"/>
                </a:solidFill>
                <a:latin typeface="Arial"/>
              </a:defRPr>
            </a:pPr>
            <a:r>
              <a:t>Service disruption, 09:00–10:06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60350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55A64"/>
                </a:solidFill>
                <a:latin typeface="Arial"/>
              </a:defRPr>
            </a:pPr>
            <a:r>
              <a:t>A fictional incident, recounted step by step to ground our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6035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51960"/>
            <a:ext cx="5577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7043"/>
                </a:solidFill>
                <a:latin typeface="Arial"/>
              </a:defRPr>
            </a:pPr>
            <a:r>
              <a:t>Bottom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5577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verified: the error rate was back to baseline at 10:06. Preventing recurrence still depends on two planned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822960"/>
            <a:ext cx="3840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91440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66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45920"/>
            <a:ext cx="33832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incident window, 09:00 deployment to 10:06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6060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974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11.0%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of requests failed (1,100 of 10,000)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389120"/>
            <a:ext cx="3840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480560"/>
            <a:ext cx="3383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88E5"/>
                </a:solidFill>
                <a:latin typeface="Arial"/>
              </a:defRPr>
            </a:pPr>
            <a:r>
              <a:t>Cause: 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33832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Retry amplification suspected; causal load test not yet completed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1,100 of 10,000 requests failed — 11.0% of window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Request outcomes during the incident window, 09:00–10:06 (counts of requests)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8897112" cy="82296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83496" y="2194560"/>
            <a:ext cx="1106424" cy="8229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88E5"/>
                </a:solidFill>
                <a:latin typeface="Arial"/>
              </a:defRPr>
            </a:pPr>
            <a:r>
              <a:t>8,900 succeeded (89.0%)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10896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4A19"/>
                </a:solidFill>
                <a:latin typeface="Arial"/>
              </a:defRPr>
            </a:pPr>
            <a:r>
              <a:t>1,100 failed (11.0%)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2004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2743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requests in the incident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443484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57200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7043"/>
                </a:solidFill>
                <a:latin typeface="Arial"/>
              </a:defRPr>
            </a:pPr>
            <a:r>
              <a:t>1,100 ÷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303520"/>
            <a:ext cx="2926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= 11.0% window-wide failure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114800"/>
            <a:ext cx="3657600" cy="2103120"/>
          </a:xfrm>
          <a:prstGeom prst="roundRect">
            <a:avLst/>
          </a:prstGeom>
          <a:solidFill>
            <a:srgbClr val="FFF3E0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2062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64A19"/>
                </a:solidFill>
                <a:latin typeface="Arial"/>
              </a:defRPr>
            </a:pPr>
            <a:r>
              <a:t>Caveat: requests ≠ 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63440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Counts refer to requests, not distinct users. The number of affected users is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66 minutes from deployment to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Event timeline, 09:00–10:06 (positions to scale in minutes)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3657600"/>
            <a:ext cx="1033272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14400" y="29718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67128" y="36576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575304" y="29718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91656" y="36576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430768" y="29718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47120" y="3657600"/>
            <a:ext cx="0" cy="68580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352044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29968" y="352044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352044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3520440"/>
            <a:ext cx="274320" cy="2743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93608" y="3520440"/>
            <a:ext cx="274320" cy="2743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09960" y="352044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57400"/>
            <a:ext cx="2011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389120"/>
            <a:ext cx="1828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2057400"/>
            <a:ext cx="2011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4389120"/>
            <a:ext cx="2011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057400"/>
            <a:ext cx="2011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389120"/>
            <a:ext cx="1828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10:06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Baseline restored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3291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Alert → rollback start: 27 min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(09:08 → 09:35)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5669280"/>
            <a:ext cx="3291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71500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duration: 13 min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(09:35 → 09:48)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5577840"/>
            <a:ext cx="329184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623560"/>
            <a:ext cx="30175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done → baseline: 18 min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(09:48 → 10:06)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Error rate peaked at 25% at 09:30, then fell to 1% by 10:15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132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Error rate (% of requests) at six observation 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740664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74519"/>
          <a:ext cx="7040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73736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30175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 25% at 09:30 — 23 points above the 2% reading at 09:00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291840"/>
            <a:ext cx="3200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3383280"/>
            <a:ext cx="28346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Rollback ran 09:35–09:48; readings fell 25% → 14% → 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846320"/>
            <a:ext cx="3474720" cy="1554480"/>
          </a:xfrm>
          <a:prstGeom prst="roundRect">
            <a:avLst/>
          </a:prstGeom>
          <a:solidFill>
            <a:srgbClr val="FFF3E0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4919472"/>
            <a:ext cx="310896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Point-in-time snapshots, not the 11.0% window-wide rate (1,100 ÷ 10,000). The 10:15 reading falls after the window closed at 10:06.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Saturation and recovery were observed; the cause is still a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4206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88E5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4206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3749039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Connection pool saturation after the 09:00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794760"/>
            <a:ext cx="4206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886200"/>
            <a:ext cx="3749039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after rollback (complete 09:48; baseline 10:06)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2834640"/>
            <a:ext cx="1645920" cy="64008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394960" y="3840480"/>
            <a:ext cx="1188720" cy="64008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64A19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06040"/>
            <a:ext cx="4846320" cy="1920240"/>
          </a:xfrm>
          <a:prstGeom prst="roundRect">
            <a:avLst/>
          </a:prstGeom>
          <a:solidFill>
            <a:srgbClr val="FFF3E0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43891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840" y="4526280"/>
            <a:ext cx="0" cy="41148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4937760"/>
            <a:ext cx="4389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5029200"/>
            <a:ext cx="39319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Not yet tested: causal load test (Owner B, due day 7, planned)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5852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The observations are consistent with the hypothesis but do not establish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Response flow: verify baseline only after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Five steps in order, with the times observed in this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920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737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1 Detection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First alert 09:08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651760"/>
            <a:ext cx="1920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743200"/>
            <a:ext cx="1737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2 Triage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Investigation 09:17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194560"/>
            <a:ext cx="1920240" cy="12801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1737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 Rollback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09:35–09:48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651760"/>
            <a:ext cx="19202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743200"/>
            <a:ext cx="1737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4 Verify baseline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10:06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2194560"/>
            <a:ext cx="19202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286000"/>
            <a:ext cx="1737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5 Retrospective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This 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834640"/>
            <a:ext cx="365760" cy="45720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754880" y="2834640"/>
            <a:ext cx="365760" cy="45720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2834640"/>
            <a:ext cx="365760" cy="45720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326880" y="2834640"/>
            <a:ext cx="365760" cy="45720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754880" y="3474720"/>
            <a:ext cx="1325880" cy="100584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77440" y="4480560"/>
            <a:ext cx="3291840" cy="1188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572000"/>
            <a:ext cx="29260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Handles the rollback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474720"/>
            <a:ext cx="685800" cy="118872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7920" y="4663440"/>
            <a:ext cx="3291840" cy="1188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29260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Authorizes restoration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297680"/>
            <a:ext cx="21031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Verification follows rollback: complete 09:48, baseline confirmed 10:06 (+18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Follow-up actions: 1 of 3 complete, 2 still planned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Owner, deadline and status, ordered by deadline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82880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92024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897B"/>
                </a:solidFill>
                <a:latin typeface="Arial"/>
              </a:defRPr>
            </a:pPr>
            <a:r>
              <a:t>1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51760"/>
            <a:ext cx="2743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Saturation alert (day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657600"/>
            <a:ext cx="2926080" cy="1645920"/>
          </a:xfrm>
          <a:prstGeom prst="roundRect">
            <a:avLst/>
          </a:prstGeom>
          <a:solidFill>
            <a:srgbClr val="FFF3E0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3749039"/>
            <a:ext cx="2560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64A19"/>
                </a:solidFill>
                <a:latin typeface="Arial"/>
              </a:defRPr>
            </a:pPr>
            <a:r>
              <a:t>2 planned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480560"/>
            <a:ext cx="2560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Load test (day 7), retry cap (day 10)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73152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6858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For discussion: the load test (day 7) is due before the retry cap (day 10) — should its results shape the cap?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Three lessons to carry into process discussions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1874519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39319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Separate observed evidence from the root-cause hypothesis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2331720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39319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Preserve the distinction between failed requests and affected people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93192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91640" y="4160520"/>
            <a:ext cx="548640" cy="5486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420624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14800"/>
            <a:ext cx="393192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Recovery is verified; preventing recurrence still depends on planned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4389120"/>
            <a:ext cx="4389120" cy="1645920"/>
          </a:xfrm>
          <a:prstGeom prst="roundRect">
            <a:avLst/>
          </a:prstGeom>
          <a:solidFill>
            <a:srgbClr val="FFF3E0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480560"/>
            <a:ext cx="3931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4A19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937760"/>
            <a:ext cx="39319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Track the load test (day 7) and retry cap (day 10) to completion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