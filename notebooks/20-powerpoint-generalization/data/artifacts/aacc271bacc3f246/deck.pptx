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Reports duplicated work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Synthetic pilot sample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Does not report duplicated work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Synthetic pilot sample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PRODUCT / SMALL-TEAM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RosterFrame: one schedule, one approval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 fictional scheduling tool for small-team leaders evaluating availability collection, conflict review and schedule publication.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377440"/>
            <a:ext cx="3291840" cy="2651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THE OPERATING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92608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Availability and schedule changes can require repeated entry and repeated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29260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Evaluate whether a shared review process fits your team's work.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0" y="2377440"/>
          <a:ext cx="749807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40"/>
              </a:tblGrid>
              <a:tr h="5303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Intended result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Bring availability into scheduling review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 for review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 who approved the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 Notify team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Communicate the approved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Try Pro for 14 days, with no payment required. After the trial: $52/team/month.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product. All data and performance numbers are synthetic; no customer testimonials.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PROBLEM / SYNTHETIC PILOT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66 of 110 teams report duplicated scheduling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That is 60.0% of this synthetic pilot sample. Use the finding to frame evaluation questions for your own team.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377440"/>
            <a:ext cx="6035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SURVEY RESPONSE COUNTS · TEAMS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834640"/>
          <a:ext cx="603504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2377440"/>
          <a:ext cx="47548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6862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Response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Reports 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Does not report 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0" y="4480560"/>
            <a:ext cx="4754880" cy="1508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617720"/>
            <a:ext cx="4389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INTERPRETATION AND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029200"/>
            <a:ext cx="43891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66 ÷ 110 = 60.0%; 110 − 66 = 44.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This is a synthetic survey count, not a market-size estimate.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Source: supplied synthetic pilot survey, n = 110 teams. No product-impact claim is implied.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WORKFLOW / REVIEW BEFORE PUBLICATION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Resolve conflicts before approving the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Follow the sequence left to right. A flagged conflict returns to availability review before approval can proceed.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560320"/>
            <a:ext cx="2331720" cy="105156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057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560320"/>
            <a:ext cx="2331720" cy="1051560"/>
          </a:xfrm>
          <a:prstGeom prst="rect">
            <a:avLst/>
          </a:prstGeom>
          <a:solidFill>
            <a:srgbClr val="CC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97480"/>
            <a:ext cx="2057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02  Flag conflicts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Conflict present?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560320"/>
            <a:ext cx="2331720" cy="105156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2057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Approve schedule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2560320"/>
            <a:ext cx="2331720" cy="105156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2697480"/>
            <a:ext cx="2057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Notify team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" y="306324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306324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306324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06440" y="219456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40580" y="361188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3749039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4251960"/>
            <a:ext cx="3749039" cy="7315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4389120"/>
            <a:ext cx="3474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Review availability → return to import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714500" y="4617720"/>
            <a:ext cx="12573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14500" y="3611880"/>
            <a:ext cx="0" cy="10058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5303520"/>
          <a:ext cx="1106424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86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Review gate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Published output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Conflicts reviewed; schedule approved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receives schedule notification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 workflow. The conflict branch loops back to availability review before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PLANS / PRICE AND INCLUDED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Choose by team size and need for conflict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Prices are per team per month. Enterprise requires a sales discussion; its price and feature scope are unspecified.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800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Monthly team price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$21/team/month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$52/team/month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 allowance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Calendar included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listed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 by plan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Pro vs. Starter: +$31/team/month and +20 members of allowance; Pro includes conflict alerts.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plan information. “Not specified” and “not listed” do not establish feature availability.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FUNNEL / SYNTHETIC STAGE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80 paid teams from 200 trial starts: 40.0%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These synthetic funnel counts describe progression between stages. They do not establish causal product impact.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37744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EXACT STAGE COUNTS · COUNT AT EACH STAGE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834640"/>
          <a:ext cx="58521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2377440"/>
          <a:ext cx="4937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51206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From prior stage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starts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Paid teams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675120" y="5166360"/>
            <a:ext cx="4937760" cy="8686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5303520"/>
            <a:ext cx="45720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Trial → paid: 80 ÷ 200 = 40.0%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Visit → paid: 80 ÷ 1,300 = 6.2%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Source: supplied synthetic funnel. Rates use adjacent stages unless stated; percentages rounded to one decimal.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BENEFITS / MECHANISMS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Assess the workflow benefits in your own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The intended value comes from less re-entry, visible overlaps and a record of approval. No quantified time-saving claim is provided.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11064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4295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Intended operational benefit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Suggested trial check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 of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a representative set of team availability; review the resulting entries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Create a known overlap and confirm it is visible before approval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a sample schedule and inspect the recorded approver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Decision evidence: record observed behavior and unresolved needs during the trial.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 capabilities. Trial checks are suggestions; plan-specific availability is only stated where provided.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LAUNCH / TIMING AND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Week 6 launch requires both readiness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Beta runs in weeks 1–3; security review runs in weeks 2–4. Support training remains in week 5.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642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11064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297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2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3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4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5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6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00600"/>
            <a:ext cx="2926080" cy="50292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Beta feedback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2926080" cy="50292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7784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505206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573786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505206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31920" y="539496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34840" y="4983480"/>
            <a:ext cx="3200400" cy="822960"/>
          </a:xfrm>
          <a:prstGeom prst="rect">
            <a:avLst/>
          </a:prstGeom>
          <a:solidFill>
            <a:srgbClr val="CC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5120640"/>
            <a:ext cx="2926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Both required for launch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5394960"/>
            <a:ext cx="685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321040" y="4983480"/>
            <a:ext cx="3291840" cy="82296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512064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Target: week 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launch plan. Week numbers are relative; launch depends on beta feedback AND security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INVITATION / A PRACTICAL FIT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Start a 14-day Pro trial with your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14 days · No payment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After trial: $52/team/month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SUGGESTED TRIAL WORKFLOW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33756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action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Evidence for your decision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Prepare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Select a representative schedule and import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entries reflect the team's inputs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Review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overlaps, return conflicts to review, then approve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review and approval fit your operating process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Publish and assess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Notify the team and review the experience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Identify remaining needs before choosing a plan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Trial invitation: bring one team schedule and evaluate the full import → review → approve → notify cycle.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73952"/>
            <a:ext cx="104241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 and offer. All data are synthetic. No quantified time savings or customer outcomes are claimed.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