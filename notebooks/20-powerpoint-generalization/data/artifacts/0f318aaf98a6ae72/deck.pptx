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Succeeded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7820</c:v>
                </c:pt>
                <c:pt idx="1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%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FICTIONAL SERVICE INCIDENT  •  INTERNAL TECHNICAL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97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6766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What happened, what we observed — and what remains unproven.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69080"/>
            <a:ext cx="6766560" cy="14173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INCIDENT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6400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09:00 – 10:14  •  74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Deployment at 09:00  →  error rate back to baseline at 10:14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069080"/>
            <a:ext cx="3959352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251960"/>
            <a:ext cx="35661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Recovery is verified.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Root cause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data are synthetic. Conclusions preserve the distinction between observed evidence and hypothesis.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02  •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1,180 OF 9,000 REQUESTS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Requests in the incident window (count) — succeeded vs. failed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103120"/>
          <a:ext cx="71323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1737360"/>
            <a:ext cx="3593592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WINDOW-WIDE FAILURE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48840"/>
            <a:ext cx="3200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B0C15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432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1,180 ÷ 9,000 = 13.1%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383280"/>
            <a:ext cx="359359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5204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7,820 succeeded  •  86.9%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9,000 − 1,180 = 7,820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617720"/>
            <a:ext cx="3593592" cy="105156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709160"/>
            <a:ext cx="32004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Requests ≠ people.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Distinct affected users: 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 not infer 1,180 affected users from 1,180 failed requests. One user can make many requests; counts here are requests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03  •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74 MINUTES: DEPLOY TO RECOVERY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337560"/>
            <a:ext cx="10908792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212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8961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249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5537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25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113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401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14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114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114800"/>
            <a:ext cx="1920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10:14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Error rate at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 min to first alert  •  35 min to rollback  •  13 min rollback (09:35–09:48)  •  26 min after rollback to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04  • 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ERROR RATE PEAKED AT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Error rate (%) — six observations, 09:00 to 10:15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7315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874519"/>
            <a:ext cx="3410712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01168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PEAK  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23 points above 09:00 (2%)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3291840"/>
            <a:ext cx="3410712" cy="12344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42900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RECOVERY  4% at 10:00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1% at 10:15 — near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4709160"/>
            <a:ext cx="3410712" cy="100584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84632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Six snapshots ≠ 13.1%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window-wide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Read the shape over time. Do not average these six points into the 1,180 ÷ 9,000 window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05  •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OBSERVED ≠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66160" cy="3383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● 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Connection pool saturation after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Recovery after rollback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Timing is established.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691640"/>
            <a:ext cx="3566160" cy="3383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691640"/>
            <a:ext cx="3566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?  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Plausible — not proven.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566160" cy="33832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691640"/>
            <a:ext cx="3566160" cy="502920"/>
          </a:xfrm>
          <a:prstGeom prst="rect">
            <a:avLst/>
          </a:prstGeom>
          <a:solidFill>
            <a:srgbClr val="0B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○  NOT YET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causal claim yet.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11100816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CONCLUSION:  Saturation and recovery are observed. Retry amplification remains a hypothesis to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06  • 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ROLL BACK, THEN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2024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554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80" y="1828800"/>
            <a:ext cx="192024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1554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303520" y="1691640"/>
            <a:ext cx="1920240" cy="1737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15544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2376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80960" y="1828800"/>
            <a:ext cx="19202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965960"/>
            <a:ext cx="1554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VERIFY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20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058400" y="1828800"/>
            <a:ext cx="1581912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1965960"/>
            <a:ext cx="13258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RETRO-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544068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Handles 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794760"/>
            <a:ext cx="544068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77639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Order matters: verification comes after rollback — not before it. Baseline confirmed at 10:14.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07  • 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 DONE.  2 STILL PLANNED.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892040"/>
            <a:ext cx="356616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NEXT DUE: Day 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Causal load test (Owner 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4892040"/>
            <a:ext cx="3566160" cy="1005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THEN: Day 12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Cap retries (Owner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3296" y="4892040"/>
            <a:ext cx="3566160" cy="1005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COMPLETE: Day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Saturation alert (Owner 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Planned actions are not complete. Prevention depends on the Day 7 and Day 12 work landing.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08  • 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KEEP THE DISTINCTIONS SHARP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Separate observed evidence from the root-cause hypothesis.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Saturation and recovery were seen. Retry amplification is still to be tested.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880360"/>
            <a:ext cx="11091672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30632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632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Preserve the distinction between failed requests and affected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1,180 failed requests (13.1% of 9,000). Distinct affected users remain unknown.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251960"/>
            <a:ext cx="11091672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4348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348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Recovery is verified; preventing recurrence still depends on planned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749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Baseline at 10:14 (74-min window). Causal load test (Day 7) and retry cap (Day 12) are still planned.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DECISION:  Treat this incident as recovered — not yet explained, and not yet prevented.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