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Succeeded</c:v>
                </c:pt>
              </c:strCache>
            </c:strRef>
          </c:tx>
          <c:spPr>
            <a:solidFill>
              <a:srgbClr val="42A5F5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Incident window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Incident window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704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300">
                  <a:solidFill>
                    <a:srgbClr val="2632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Simulated Service Disruption —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Fictional incident • 09:00–10:06 • For process-improvement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6675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603504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What happened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A deployment at 09:00 was followed by rising errors, investigation, and a rollback. Error rate returned to baseline at 10:06.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This is a fictional, simulated incident. All data are synthetic.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73736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66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478024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Total window 09:00–10:06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35240" y="2971800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29800" y="173736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2A5F5"/>
                </a:solidFill>
                <a:latin typeface="Arial"/>
              </a:defRPr>
            </a:pPr>
            <a:r>
              <a:t>11.0%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2478024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Failed requests in window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829800" y="2971800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35240" y="324612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6BB6A"/>
                </a:solidFill>
                <a:latin typeface="Arial"/>
              </a:defRPr>
            </a:pPr>
            <a:r>
              <a:t>10,000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986783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Requests in window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4480560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829800" y="324612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1,100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3986783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Failed requests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29800" y="4480560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4434840"/>
            <a:ext cx="11183112" cy="132588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Decision focus for managers:  Recovery is verified. Preventing recurrence still depends on planned work — capping retries and completing a causal load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Impact: 1,100 of 10,000 requests failed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Window-wide request counts, 09:00–10:06 • Requests are not distinct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1945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2A5F5"/>
                </a:solidFill>
                <a:latin typeface="Arial"/>
              </a:defRPr>
            </a:pPr>
            <a:r>
              <a:t>10,000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59736"/>
            <a:ext cx="21945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Requests in incident window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971800"/>
            <a:ext cx="21945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08960" y="1691640"/>
            <a:ext cx="21945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1,100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59736"/>
            <a:ext cx="21945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Failed requests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971800"/>
            <a:ext cx="21945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0" y="1691640"/>
            <a:ext cx="21945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11.0%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459736"/>
            <a:ext cx="21945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1,100 ÷ 10,000 failed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0" y="2971800"/>
            <a:ext cx="21945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0" y="1691640"/>
            <a:ext cx="21945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6BB6A"/>
                </a:solidFill>
                <a:latin typeface="Arial"/>
              </a:defRPr>
            </a:pPr>
            <a:r>
              <a:t>8,900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59736"/>
            <a:ext cx="21945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Succeeded (89.0%)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0" y="2971800"/>
            <a:ext cx="21945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324612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Requests by outcome — count of requests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2920" y="3611880"/>
          <a:ext cx="658368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543800" y="3383280"/>
            <a:ext cx="41148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3566160"/>
            <a:ext cx="352044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What we do not know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Distinct affected users: UNKNOWN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One person may account for many requests, so 1,100 failed requests ≠ 1,100 affected people.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Timeline: 66 minutes from deploy to baseline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09:00 deployment to 10:06 baseline • Cards alternate for readability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703320"/>
            <a:ext cx="10927080" cy="0"/>
          </a:xfrm>
          <a:prstGeom prst="line">
            <a:avLst/>
          </a:prstGeom>
          <a:ln w="381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25880" y="3593592"/>
            <a:ext cx="219456" cy="219456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6120" y="3593592"/>
            <a:ext cx="219456" cy="219456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66360" y="3593592"/>
            <a:ext cx="219456" cy="219456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0" y="3593592"/>
            <a:ext cx="219456" cy="219456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6840" y="3593592"/>
            <a:ext cx="219456" cy="219456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835640" y="3593592"/>
            <a:ext cx="219456" cy="219456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874519"/>
            <a:ext cx="1737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01168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4251960"/>
            <a:ext cx="1737360" cy="132588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438912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09:08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First alert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(+8 min)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874519"/>
            <a:ext cx="1737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201168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09:17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Investigation starts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4251960"/>
            <a:ext cx="1737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38912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09:35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Rollback begins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874519"/>
            <a:ext cx="1737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1168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09:48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Rollback complete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(13 min)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76688" y="4251960"/>
            <a:ext cx="1737360" cy="1325880"/>
          </a:xfrm>
          <a:prstGeom prst="roundRect">
            <a:avLst/>
          </a:prstGeom>
          <a:solidFill>
            <a:srgbClr val="E8F5E9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2992" y="438912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10:06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Baseline restored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5852160"/>
            <a:ext cx="3886200" cy="5029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5961888"/>
            <a:ext cx="3611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Duration: 09:00 → 10:06  =  66 minutes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Error rate peaked at 25% at 09:30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Spot observations every 15 minutes — not the 11.0% window-wide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Error rate (%) at each observation time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76809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49640" y="1783080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920240"/>
            <a:ext cx="260604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Peak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25% at 09:30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before rollback at 09:35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3520440"/>
            <a:ext cx="3108960" cy="1508760"/>
          </a:xfrm>
          <a:prstGeom prst="roundRect">
            <a:avLst/>
          </a:prstGeom>
          <a:solidFill>
            <a:srgbClr val="E8F5E9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3657600"/>
            <a:ext cx="260604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Recovery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4% at 10:00 → 1% at 10:15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near 2% start 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43600"/>
            <a:ext cx="11183112" cy="41148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63238"/>
                </a:solidFill>
                <a:latin typeface="Arial"/>
              </a:defRPr>
            </a:pPr>
            <a:r>
              <a:t>All six observations shown: 2 / 18 / 25 / 14 / 4 / 1 %. Do not equate any single point with the 11.0% window-wide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Evidence is observed; cause is still a hypothesis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Keep what was seen separate from what is proposed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544824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23160"/>
            <a:ext cx="3325368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Connection pool saturation after the 09:00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Recovery after rollback was complete at 09:48.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691640"/>
            <a:ext cx="3544824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1792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Working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1792" y="2423160"/>
            <a:ext cx="3325368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Retry amplification under the new configuration may have driven saturation.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Not yet proven.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1208" y="1691640"/>
            <a:ext cx="3544824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0936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Not yet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0936" y="2423160"/>
            <a:ext cx="3325368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Root cause therefore remains unconfirmed.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5074920"/>
            <a:ext cx="10012680" cy="0"/>
          </a:xfrm>
          <a:prstGeom prst="line">
            <a:avLst/>
          </a:prstGeom>
          <a:ln w="25400">
            <a:solidFill>
              <a:srgbClr val="90CA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5349240"/>
            <a:ext cx="9235440" cy="91440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5504688"/>
            <a:ext cx="8686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Implication: treat retry amplification as the leading explanation to test — not as an established root cause.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Response: rollback first, then verify baseline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Verification comes after rollback — not before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94406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7558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Triage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86" y="258318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85892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9044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Rollback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11572" y="258318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77379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0531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Verify baseline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03059" y="258318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68865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2017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Retrospective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94545" y="258318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379476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46634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On-call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Handles the rollback (09:35–09:48).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79476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977639"/>
            <a:ext cx="46634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Service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Authorizes restoration once baseline is verified (10:06).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5806440"/>
            <a:ext cx="6446520" cy="457200"/>
          </a:xfrm>
          <a:prstGeom prst="roundRect">
            <a:avLst/>
          </a:prstGeom>
          <a:solidFill>
            <a:srgbClr val="E8F5E9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5916168"/>
            <a:ext cx="6080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Sequence preserved:  Rollback  →  Verify baseline  →  Retrospective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Actions: 1 complete, 2 still planned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Planned actions are not complete — deadlines in days from incident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7863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822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78240" y="1783080"/>
            <a:ext cx="265176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6BB6A"/>
                </a:solidFill>
                <a:latin typeface="Arial"/>
              </a:defRPr>
            </a:pPr>
            <a:r>
              <a:t>1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578608"/>
            <a:ext cx="265176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Actions complete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0" y="3108960"/>
            <a:ext cx="26517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78240" y="3383280"/>
            <a:ext cx="265176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2 /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178808"/>
            <a:ext cx="265176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Still planned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0" y="4709160"/>
            <a:ext cx="26517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5349240"/>
            <a:ext cx="11183112" cy="91440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04688"/>
            <a:ext cx="106070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Earliest open deadline: Owner B's causal load test by day 7. Retry cap (Owner A, day 10) is the last planned step.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Lessons: what to carry into process improvement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Three distinctions to preserve in every future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544824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1  Evidence ≠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23160"/>
            <a:ext cx="3325368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Separate observed evidence (pool saturation; recovery after rollback) from the root-cause hypothesis (retry amplification).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691640"/>
            <a:ext cx="3544824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1792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2  Requests ≠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1792" y="2423160"/>
            <a:ext cx="3325368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Preserve the distinction between 1,100 failed requests and affected people. Distinct affected users remain unknown.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1208" y="1691640"/>
            <a:ext cx="3544824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0936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3  Recovered ≠ prevented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0936" y="2423160"/>
            <a:ext cx="3325368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Recovery is verified at 10:06. Preventing recurrence still depends on planned work: load test by day 7, retry cap by day 10.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983480"/>
            <a:ext cx="9738360" cy="11430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5166360"/>
            <a:ext cx="9189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Decision: close the incident as recovered — keep prevention open until the planned actions are done.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55080"/>
            <a:ext cx="5943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D8B"/>
                </a:solidFill>
                <a:latin typeface="Arial"/>
              </a:defRPr>
            </a:pPr>
            <a:r>
              <a:t>Fictional simulation  •  All data are synthetic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