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Price $/team/month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Members (people)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Fictional scheduling for small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Product · Import availability, surface conflicts, approve once, notify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83112" cy="56692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8173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FOR PROSPECTIVE SMALL-TEAM CUSTOMERS  —  All performance numbers in this deck are synthetic, not customer testimonials.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Availability is re-entered across tools. Duplicated scheduling work was reported by 66 of 110 teams in a synthetic pilot survey.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Import availability, flag overlapping shifts, approve the schedule, then notify the team — with an approval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2331720"/>
            <a:ext cx="3544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2441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The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3063239"/>
            <a:ext cx="3325368" cy="9418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Try Pro free for 14 days. No payment required. After the trial, Pro is $52 per team per month.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15968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WORKFLOW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Import availability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7278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0430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Flag conflicts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92958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31636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4788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Approve schedule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095994" y="4663440"/>
            <a:ext cx="2590038" cy="9601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4736592"/>
            <a:ext cx="2443734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Notify team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1674" y="51435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806440"/>
            <a:ext cx="7772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Decision to make: does this workflow fit how your team already schedules? Slides 2–7 give the evidence; slide 8 gives the trial terms.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5742432"/>
            <a:ext cx="3136392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5870448"/>
            <a:ext cx="3136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14-DAY PRO TRIAL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1  ·  PRODUCT   |   All data are synthetic.   |   Fictional product — for evaluation of fit, not a testimonial.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Problem: duplicated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pilot survey · n = 110 teams · A survey count, not a market-size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TEAMS SURVEYED (PILOT)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REPORT DUPLICATED 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66 ÷ 110 TEAMS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88552" y="155448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24028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DO NOT REPORT IT (110 − 66)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8552" y="269748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288036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TEAMS REPORTING DUPLICATED SCHEDULING WORK  (teams)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246120"/>
          <a:ext cx="56692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46520" y="2880360"/>
            <a:ext cx="52395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EXACT BREAKDOWN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46520" y="3246120"/>
          <a:ext cx="52395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110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Duplicated scheduling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duplication reported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446520" y="5230368"/>
            <a:ext cx="5239512" cy="62179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321808"/>
            <a:ext cx="48737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Reading: 3 of every 5 surveyed teams report duplication. No market size is inferred from this pilot.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duplication is the stated problem to test in a trial — re-entry and overlapping shifts, addressed on slides 3 and 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2  ·  PROBLEM   |   Synthetic pilot survey, n = 110.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Workflow: one connected sequence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Import → flag → approve → notify · A conflict returns to availability review before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1 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3  Approve schedule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572768"/>
            <a:ext cx="2590038" cy="9875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645920"/>
            <a:ext cx="2443734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4 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06654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7432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DECISION BRANCH AT STEP 2  —  CONFLICT FOUND?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468880" cy="7772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Flag conflicts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358444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77639" y="3200400"/>
            <a:ext cx="246888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Conflict?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6520" y="3584448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3127248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3200400"/>
            <a:ext cx="2468880" cy="7772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337560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Approve → Notify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3977639"/>
            <a:ext cx="0" cy="6400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21808" y="416052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YES 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617720"/>
            <a:ext cx="2468880" cy="77724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709160"/>
            <a:ext cx="2286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Return to availability review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737360" y="5010912"/>
            <a:ext cx="224027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737360" y="3977639"/>
            <a:ext cx="0" cy="10332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29400" y="4617720"/>
            <a:ext cx="50566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No approval until the conflict is resolved. The loop re-checks availability, then re-flags conflicts before step 3.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02920" y="5559552"/>
          <a:ext cx="11183112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3749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→ Flag → Approve → Notify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Approved schedule + team notification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3  ·  WORKFLOW   |   Conflict = return to availability review. Approval only on the no-conflict branch.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Plans: full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Prices per team per month · Enterprise has no listed price — contact sales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8311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829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 / team / month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Includes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 per member at capacity*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 ($21 ÷ 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+ 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$2.08  ($52 ÷ 25)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 — not specified here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  (no price given)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05072"/>
            <a:ext cx="66751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* Arithmetic only, if every seat is used. Price is charged per team, not per member.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07408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STARTER vs PRO  —  PRICE ($/TEAM/MONTH) AND MEMBERS (PEOPLE)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773168"/>
          <a:ext cx="6675120" cy="1536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4407408"/>
            <a:ext cx="4233672" cy="19019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4526280"/>
            <a:ext cx="3867912" cy="16642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How to choose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≤ 5 members, calendar only → Starter, $21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≤ 25 members, need conflict alerts → Pro, $52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Larger / other needs → Enterprise: contact sales (no price invented)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4  ·  PLANS   |   Starter $21 · 5 members · Pro $52 · 25 members · Enterprise: contact sales. Enterprise excluded from chart — no price given.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Funnel: visits to paid teams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Synthetic counts · Trial-to-paid = 40.0% · Counts do not imply causal product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1,300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VISITS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SIGNUPS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TRIAL STARTS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88552" y="155448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21284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PAID TEAMS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8552" y="2651760"/>
            <a:ext cx="26974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283464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FUNNEL STAGES  (exact counts, people / teams as labelled)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200400"/>
          <a:ext cx="58521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29400" y="2834640"/>
            <a:ext cx="5056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STAGE-TO-STAGE ARITHMETIC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29400" y="3200400"/>
          <a:ext cx="50566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544"/>
                <a:gridCol w="1685544"/>
                <a:gridCol w="1685544"/>
              </a:tblGrid>
              <a:tr h="441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Transition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signup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 → trial start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start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paid (overall)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paid after trial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120 of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6016752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80 of 200 trial starts became paid teams (40.0%). This describes the funnel; it does not prove the product caused the conversions.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5  ·  FUNNEL   |   All counts synthetic: 1,300 · 450 · 200 · 80. No causal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Benefits: what each feature does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Three stated benefits · No quantified time-saving claim is provided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Availability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Reduces manual re-entry: availability is imported once instead of being typed again into the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Conflict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Surface overlapping shifts before approval, so conflicts are seen at the flag step — not after notification.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554480"/>
            <a:ext cx="3544824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664207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Approval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286000"/>
            <a:ext cx="3325368" cy="103327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Records who approved a schedule, giving the team a traceable record of each approval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FEATURE → WORKFLOW STEP → WHAT IS (AND IS NOT) CLAIMED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977639"/>
          <a:ext cx="1118311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46862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Workflow 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Stated benefit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·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 manual re-entry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hours-saved figure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· Flag conflicts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Overlapping shifts surfaced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error-rate figure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· Approve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Approver is recorded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compliance claim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2920" y="5961888"/>
            <a:ext cx="11183112" cy="402336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044184"/>
            <a:ext cx="108173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Evaluate these three behaviours in the trial. Any time saving for your team is yours to measure — none is quantified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6  ·  BENEFITS   |   Import · conflict alerts · approval history. No quantified time-saving claim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Launch: six-week plan with dependencies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Launch in week 6 depends on beta feedback AND security review · Support training stays in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SCHEDULE BY WEEK  (● = active that week)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024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777"/>
                <a:gridCol w="992777"/>
                <a:gridCol w="992777"/>
                <a:gridCol w="992777"/>
                <a:gridCol w="992777"/>
                <a:gridCol w="992777"/>
                <a:gridCol w="992778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Activity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1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2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3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4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5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Wk 6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(weeks 1–3)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 (weeks 2–4)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 (week 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 (week 6)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54480"/>
            <a:ext cx="3959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KEY 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959352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Wks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23744"/>
            <a:ext cx="3959352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26679" y="2926080"/>
            <a:ext cx="3959353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6679" y="3063240"/>
            <a:ext cx="3959352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666744"/>
            <a:ext cx="3959352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LAUNCH — AFTER BOTH DEPENDENCIES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4069080"/>
            <a:ext cx="3959353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498848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DEPENDENCY  —  BOTH MUST COMPLETE BEFORE LAUNCH (AND GATE)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19472"/>
            <a:ext cx="2926080" cy="73152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47488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Beta feedback (wks 1–3)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42432"/>
            <a:ext cx="2926080" cy="566928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70448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Security review (wks 2–4)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29000" y="5285232"/>
            <a:ext cx="1645920" cy="246888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9000" y="5687568"/>
            <a:ext cx="1645920" cy="338328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66360" y="5230368"/>
            <a:ext cx="141732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5440680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5596128"/>
            <a:ext cx="10515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26679" y="5230368"/>
            <a:ext cx="2926080" cy="73152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5358384"/>
            <a:ext cx="2743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Launch — week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6053328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Support training remains week 5, between review end (wk 4) and launch (wk 6).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7  ·  LAUNCH   |   Beta 1–3 · Security review 2–4 · Support training 5 · Launch 6 (depends on beta feedback AND security review).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Invitation: start a 14-day Pro trial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No payment required · After the trial, Pro is $52 per team per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8311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173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14-DAY PRO TRIAL  —  NO PAYMENT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 TRIAL DURATION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8536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$0 due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PAYMENT REQUIRED TO START: NONE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74152" y="2697480"/>
            <a:ext cx="36118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$52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410712"/>
            <a:ext cx="36118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PRO AFTER TRIAL — PER TEAM /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74152" y="3886200"/>
            <a:ext cx="3611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069080"/>
          <a:ext cx="111831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When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Pro trial: import availability, test conflict alerts, approve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payment required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1–14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 the full workflow with your team (up to 25 members on Pro)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$0 due during trial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After day 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Continue on Pro, choose Starter ($21, 5 members), or stop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Pro: $52 / team / month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961888"/>
            <a:ext cx="7589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Test the decision from slide 1: does import → flag → approve → notify fit your team? The trial is the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5870448"/>
            <a:ext cx="3410712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5998464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START 14-DAY TRIAL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8  ·  INVITATION   |   14-day Pro trial · No payment required · Then $52/team/month. All data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