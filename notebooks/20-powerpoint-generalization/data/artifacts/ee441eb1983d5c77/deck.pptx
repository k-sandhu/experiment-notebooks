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demand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36</c:v>
                </c:pt>
                <c:pt idx="2">
                  <c:v>54</c:v>
                </c:pt>
                <c:pt idx="3">
                  <c:v>72</c:v>
                </c:pt>
                <c:pt idx="4">
                  <c:v>90</c:v>
                </c:pt>
                <c:pt idx="5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 + safety stock</c:v>
                </c:pt>
              </c:strCache>
            </c:strRef>
          </c:tx>
          <c:spPr>
            <a:solidFill>
              <a:srgbClr val="595959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</c:v>
                </c:pt>
                <c:pt idx="1">
                  <c:v>62</c:v>
                </c:pt>
                <c:pt idx="2">
                  <c:v>80</c:v>
                </c:pt>
                <c:pt idx="3">
                  <c:v>98</c:v>
                </c:pt>
                <c:pt idx="4">
                  <c:v>116</c:v>
                </c:pt>
                <c:pt idx="5">
                  <c:v>134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INVENTORY REORDER PROTOCOL  /  LEARNING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Know when to reorder—and how much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737360"/>
            <a:ext cx="11155680" cy="100584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Learning goal: Use a simple reorder-point rule to decide whether to ORDER or WAIT, then calculate the quantity needed to reach a target position.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01752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By the end, you can…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Evidence of understanding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the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Combine demand during lead time with safety stock.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 on-hand and on-order stock; subtract commitments.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Make and explain a 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position with the trigger; calculate quantity if ordering.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48640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Learning sequence: understand the rule → work an example → follow the process → practice → check your work.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Training example • All data are synthetic • Quantities are in units unless stated otherwise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02  / 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Calculate the trigger; compare the position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737360"/>
            <a:ext cx="11155680" cy="77724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106984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Reorder point = daily demand × lead time in days + safety 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97480"/>
            <a:ext cx="111556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106984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Inventory position = on-hand + on-order − committed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749039"/>
          <a:ext cx="11155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Comparison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 ≤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At or below the trigger: initiate a reorder.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 &gt;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Above the trigger: review again the next day.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57784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Unit check: (units/day × days) + units = units. Compare quantities measured in the same unit.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Equality counts: a position exactly at the reorder point also triggers an 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03  / 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Build a reorder point of 134 units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5074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253746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units/day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160520"/>
            <a:ext cx="50749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1. Cover lead-time demand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18 units/day × 6 days = 108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74920"/>
            <a:ext cx="50749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2. Add the safety stock once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108 units + 26 units = 134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737360"/>
            <a:ext cx="5760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Cumulative demand and the safety-stock buffer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194560"/>
            <a:ext cx="57607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Units • elapsed lead time in days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897880" y="2560320"/>
          <a:ext cx="576072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897880" y="5669280"/>
            <a:ext cx="57607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At day 6: 108 units of demand + 26 buffer = 134.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Synthetic data • The two chart series are compared side by side; they are not added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04  /  INVENTORY AND ORDER QUANTITY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Position is 129 units: ORDER 105 units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55778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5943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component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 with stock held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existing orders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 + 20 − 17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0" y="1737360"/>
            <a:ext cx="5257800" cy="132588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901952"/>
            <a:ext cx="4800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TRIGGER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331720"/>
            <a:ext cx="4800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129 ≤ 134 units →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291840"/>
            <a:ext cx="525780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456432"/>
            <a:ext cx="4800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QUANTITY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886200"/>
            <a:ext cx="48006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234 − 129 = 105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83480"/>
            <a:ext cx="55778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The position is 5 units below the trigger.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Keep both adjustments: +20 on-order and −17 committed.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983480"/>
            <a:ext cx="52578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Target position = 234 units.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Adding a new order of 105 units brings the position to 234 units.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Synthetic data • Reorder point determines when; target position determines how much.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05  / 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Follow the same decision sequence each 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828800"/>
            <a:ext cx="2880360" cy="123444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84248"/>
            <a:ext cx="2514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1 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On-hand, on-order,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and committed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0" y="2446020"/>
            <a:ext cx="594359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977639" y="1828800"/>
            <a:ext cx="3337560" cy="123444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984248"/>
            <a:ext cx="2971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2  CALCULATE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On-hand + on-order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− committed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0" y="2446020"/>
            <a:ext cx="59436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909560" y="1828800"/>
            <a:ext cx="3749039" cy="123444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84248"/>
            <a:ext cx="3383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3  COMPARE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Is inventory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≤ reorder point?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0" y="3063240"/>
            <a:ext cx="0" cy="914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46720" y="3337560"/>
            <a:ext cx="594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3977639"/>
            <a:ext cx="3749039" cy="132588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160520"/>
            <a:ext cx="33832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Quantity = target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− inventory position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698480" y="3063240"/>
            <a:ext cx="0" cy="457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623560" y="3520440"/>
            <a:ext cx="507492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23560" y="3520440"/>
            <a:ext cx="0" cy="457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235440" y="3154680"/>
            <a:ext cx="11887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NO: above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39" y="3977639"/>
            <a:ext cx="3337560" cy="13258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4160520"/>
            <a:ext cx="2971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Return to the next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daily review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920240" y="4640580"/>
            <a:ext cx="2057399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920240" y="3063240"/>
            <a:ext cx="0" cy="15773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5440680"/>
            <a:ext cx="6812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WAIT loop: next day → read updated counts → recalculate → compare.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At the trigger and below the trigger both lead to ORDER.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06  / 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Your turn: ORDER or WAIT?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11556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9436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Given quantity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this with the trigger.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This is the ordering trigger.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3794760"/>
            <a:ext cx="1115568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6984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1. Is inventory position at, below, or above the reorder point?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2. Choose ORDER or WAIT.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3. Calculate the gap in units and explain your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4068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Write your comparison and conclusion before advancing. The answer is on the next slide.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Synthetic practice data • Apply the same rule used in the worked example.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07  /  PRACTICE ANSWER AND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Answer: WAIT—146 units is above the trigger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737360"/>
            <a:ext cx="11155680" cy="9601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106984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146 − 134 = 12 units above the trigger. WAIT and review again the next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Three errors to avoid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520440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057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Misconception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Correct method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Example / consequence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on-hand alone with the trigger.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position: on-hand + on-order − committed.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 + 20 − 17 = 129 units.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safety stock by lead time.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daily demand by lead time; then add safety stock once.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× 6 + 26 = 134 units.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 larger reorder point is the order quantity.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The reorder point is a trigger. Quantity comes from target − position.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234 − 129 = 105 units to order.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Practice position: 146 units • Worked-example position: 129 units • These are separate cases.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08  /  BEFORE-ORDERING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Verify the inputs, then check the trigger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9377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Action before ordering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Worked example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Verify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Use the same stock unit; match demand/day with lead-time days.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units/day × 6 days + 26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Include existing orders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on-order stock to on-hand stock.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 + 20 = 146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Subtract commitments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Deduct stock already committed.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146 − 17 = 129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  Check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at/below the reorder point; otherwise WAIT.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 ≤ 134 → ORDER 105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434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Inventory position, units • ORDER at/below 134; WAIT above 134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166360"/>
            <a:ext cx="1173449" cy="18288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14400" y="5257800"/>
            <a:ext cx="100584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5138928"/>
            <a:ext cx="0" cy="23774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0" y="5138928"/>
            <a:ext cx="0" cy="23774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68780" y="4937760"/>
            <a:ext cx="0" cy="411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87849" y="516636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93689" y="4937760"/>
            <a:ext cx="0" cy="411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69880" y="4937760"/>
            <a:ext cx="0" cy="411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24128" y="470916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129: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709160"/>
            <a:ext cx="1554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146: WAIT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709160"/>
            <a:ext cx="1920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234: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66928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134: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440680"/>
            <a:ext cx="640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5440680"/>
            <a:ext cx="640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240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5669280"/>
            <a:ext cx="7406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When ordering: target position − inventory position = order quantity.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Synthetic data • Number line shows 120–240 units; the ORDER region also extends below 120.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