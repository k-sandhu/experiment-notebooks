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Teams</c:v>
                </c:pt>
              </c:strCache>
            </c:strRef>
          </c:tx>
          <c:spPr>
            <a:solidFill>
              <a:srgbClr val="40404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Report duplicated work</c:v>
                </c:pt>
                <c:pt idx="1">
                  <c:v>Do not report it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</c:v>
                </c:pt>
                <c:pt idx="1">
                  <c:v>44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40404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1300</c:v>
                </c:pt>
                <c:pt idx="1">
                  <c:v>450</c:v>
                </c:pt>
                <c:pt idx="2">
                  <c:v>200</c:v>
                </c:pt>
                <c:pt idx="3">
                  <c:v>92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Fictional Scheduling Tool for small teams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An evaluation brief: problem, workflow, plans, funnel, launch and trial offer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5120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PRODUCT 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51206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A shared scheduling workspace that imports availability, flags conflicts and records approvals before the team is notified.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3246120"/>
            <a:ext cx="512064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3383280"/>
            <a:ext cx="5120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DESIGNED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57600"/>
            <a:ext cx="51206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Small teams that build schedules by hand today: up to 5 members on Starter, up to 40 on Pro.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72000"/>
            <a:ext cx="5120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DECISION ASKED OF LEADERS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846320"/>
            <a:ext cx="5120640" cy="105156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919472"/>
            <a:ext cx="48463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Start a 14-day Pro trial (no payment required) if your team duplicates scheduling work.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989320" y="1600200"/>
          <a:ext cx="56692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53721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Section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Evidence in this deck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 · Problem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66 of 110 pilot teams (60.0%) report duplicated work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 · Workflow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Import, flag, approve, notify; conflicts loop back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 · Plans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Starter $21, Pro $59 per team/month; Enterprise via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 · Funnel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1,300 visits to 92 paid teams; 46.0% trial-to-paid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 · Benefits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Three features; no quantified time-saving claim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 · Launch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 7 launch gated by beta AND security review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 · Invitation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14-day Pro trial, no payment required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Fictional product. All data synthetic; performance numbers are not customer testimonials.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44200" y="640080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60% of pilot teams report duplicated scheduling work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Synthetic pilot survey of 110 teams; a survey count, not a market-size estimate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5852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Pilot teams by response (count of teams, n = 110)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58521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12280" y="1600200"/>
            <a:ext cx="22860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66 / 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340864"/>
            <a:ext cx="22860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teams report duplicated work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12280" y="2834640"/>
            <a:ext cx="228600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72600" y="1600200"/>
            <a:ext cx="22860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2340864"/>
            <a:ext cx="22860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share of pilot teams (66 ÷ 110)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72600" y="2834640"/>
            <a:ext cx="228600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812280" y="3063240"/>
          <a:ext cx="4846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Measure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Teams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Surveyed in pilot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Report duplicated work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Do not report 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44 (110 − 66)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812280" y="5074920"/>
            <a:ext cx="4846320" cy="82296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5120640"/>
            <a:ext cx="45720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Synthetic pilot count only. It does not estimate market size or how often duplication occurs within a team.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Fictional product. All data synthetic; performance numbers are not customer testimonials.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200" y="640080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One connected flow; conflicts loop back before approval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Intended workflow: import availability → flag conflicts → approve schedule → notify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1828800" cy="82296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737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1 · Import availability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737360"/>
            <a:ext cx="1828800" cy="82296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783080"/>
            <a:ext cx="1737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2 · Flag conflicts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1737360"/>
            <a:ext cx="1828800" cy="822960"/>
          </a:xfrm>
          <a:prstGeom prst="rect">
            <a:avLst/>
          </a:prstGeom>
          <a:solidFill>
            <a:srgbClr val="D9D9D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783080"/>
            <a:ext cx="1737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Conflict found?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737360"/>
            <a:ext cx="1828800" cy="82296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783080"/>
            <a:ext cx="1737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3 · Approve schedule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29800" y="1737360"/>
            <a:ext cx="1828800" cy="82296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1783080"/>
            <a:ext cx="1737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4 · Notify team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31720" y="2148840"/>
            <a:ext cx="5029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663440" y="2148840"/>
            <a:ext cx="5029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95160" y="2148840"/>
            <a:ext cx="50291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49440" y="1828800"/>
            <a:ext cx="594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No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26880" y="2148840"/>
            <a:ext cx="5029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80760" y="2560320"/>
            <a:ext cx="0" cy="6400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72200" y="2743200"/>
            <a:ext cx="6400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66360" y="3200400"/>
            <a:ext cx="18288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3246120"/>
            <a:ext cx="1737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Availability review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749039" y="3611880"/>
            <a:ext cx="1417321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749039" y="2560320"/>
            <a:ext cx="0" cy="10515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02920" y="434340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Stage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Import availability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Flag conflicts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Approve schedule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Notify team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Leader action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Bring member availability into the shared calendar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Review overlaps; a conflict returns to availability review, then is re-checked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Approve only once no conflict remains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Send the approved schedule to the team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Tool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Reduces manual re-entry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 (Pro plan)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Approval history records who approved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Team notification after approval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0744200" y="640080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Pro adds conflict alerts and 8× member capacity for $38 more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Plan comparison; prices per team per month; Enterprise pricing available from sales only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7498079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22"/>
              </a:tblGrid>
              <a:tr h="61395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Item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Price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$21 /team/month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$59 /team/month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Members included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included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Cost per member at full capacity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$4.20 ($21 ÷ 5)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≈$1.48 ($59 ÷ 40)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published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12-month cost (monthly × 12)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$252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$708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published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75320" y="1600200"/>
            <a:ext cx="3383280" cy="429768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737360"/>
            <a:ext cx="3017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HOW TO CHOOSE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2057400"/>
            <a:ext cx="301752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Starter: teams of up to 5 that need one shared calendar.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971800"/>
            <a:ext cx="301752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Pro: teams of 6–40, or any team that needs conflict alerts. Costs $38 more per team/month than Starter ($59 − $21).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4526280"/>
            <a:ext cx="301752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Enterprise: no price is published; contact sales for terms.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08080"/>
                </a:solidFill>
                <a:latin typeface="Arial"/>
              </a:defRPr>
            </a:pPr>
            <a:r>
              <a:t>Per-member and 12-month figures are arithmetic on list prices, not quoted discounts. 8× = 40 ÷ 5 members.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Fictional product. All data synthetic; performance numbers are not customer testimonials.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40080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Synthetic funnel: 1,300 visits became 92 paid teams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Stage counts and step conversion; descriptive only, no causal product impact implied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6035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Count at each funnel stage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60350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12280" y="1600200"/>
          <a:ext cx="48463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58521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Stage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Count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 conversion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Visits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1,300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Signups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34.6% of visits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Trial starts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44.4% of signups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Paid teams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46.0% of trials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12280" y="4754880"/>
            <a:ext cx="4846320" cy="114300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4800600"/>
            <a:ext cx="457200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Overall: 92 ÷ 1,300 = 7.1% of visits became paid teams. Trial-to-paid: 92 ÷ 200 = 46.0%. Counts describe one synthetic funnel, not product impact.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Fictional product. All data synthetic; performance numbers are not customer testimonials.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640080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Three features target the manual steps in scheduling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Benefits are described qualitatively; no quantified time-saving claim is provided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11155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Feature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it does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Benefit to the leader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Quantified claim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Availability import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Pulls member availability into the schedule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Reduces manual re-entry of availability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None provided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Surfaces overlapping shifts before approval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Overlaps are visible before the schedule is final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None provided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Approval history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Records who approved a schedule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 clear record of each approval decision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None provided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4754880"/>
            <a:ext cx="11155680" cy="114300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846320"/>
            <a:ext cx="21945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FIT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120640"/>
            <a:ext cx="10789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If your team re-enters availability by hand, misses overlapping shifts, or cannot tell who approved a schedule, these features map to that work. Measure any time savings in your own trial.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Fictional product. All data synthetic; performance numbers are not customer testimonials.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0080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Week 7 launch requires both beta feedback and security review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Seven-week plan; support training remains in week 5; week 6 has no scheduled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6002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6002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16002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6002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6002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16002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08080"/>
                </a:solidFill>
                <a:latin typeface="Arial"/>
              </a:defRPr>
            </a:pPr>
            <a:r>
              <a:t>Wk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16002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1965960"/>
            <a:ext cx="1115568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2057400"/>
            <a:ext cx="2560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Beta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057400"/>
            <a:ext cx="3566160" cy="4572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697480"/>
            <a:ext cx="2560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Security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2697480"/>
            <a:ext cx="3566160" cy="4572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337560"/>
            <a:ext cx="2560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Launch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78440" y="3337560"/>
            <a:ext cx="118872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77639"/>
            <a:ext cx="2560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Support training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3977639"/>
            <a:ext cx="1188720" cy="4572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812280" y="2286000"/>
            <a:ext cx="33375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01000" y="2926080"/>
            <a:ext cx="21488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149840" y="2286000"/>
            <a:ext cx="0" cy="12801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149840" y="3566160"/>
            <a:ext cx="2286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281160" y="3108960"/>
            <a:ext cx="777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AND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02920" y="4617720"/>
          <a:ext cx="111556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3383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Milestone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Weeks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Depends on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Beta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1–3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Produces feedback required for launch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Security review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2–4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Overlaps beta in weeks 2–3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Support training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Unchanged; remains in week 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Launch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Beta feedback AND security review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Gate: both inputs required; 3 weeks after review ends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0744200" y="640080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Try Pro free for 14 days — no payment required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After the trial, Pro is $59/team/month; all figures in this deck are synthetic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347472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14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68880"/>
            <a:ext cx="347472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Pro trial length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3017520"/>
            <a:ext cx="3474719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43400" y="1645920"/>
            <a:ext cx="347472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No payment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468880"/>
            <a:ext cx="347472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required to start the trial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43400" y="3017520"/>
            <a:ext cx="347472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183879" y="1645920"/>
            <a:ext cx="347472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$59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468880"/>
            <a:ext cx="347472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per team per month after the trial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83879" y="3017520"/>
            <a:ext cx="3474721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2920" y="3337560"/>
            <a:ext cx="6766560" cy="1920240"/>
          </a:xfrm>
          <a:prstGeom prst="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29000"/>
            <a:ext cx="6400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INVITATION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64008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Start a 14-day Pro trial with your team: import availability, review conflict alerts and approve one real schedule.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543800" y="3337560"/>
          <a:ext cx="4114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Trial includes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 detail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Members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Up to 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Features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 + calendar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During trial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 payment required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After 14 days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$59/team/month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02920" y="5486400"/>
            <a:ext cx="11155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Suggested trial plan: week 1, import availability and flag conflicts; week 2, approve and notify, then compare effort with your current process.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Fictional product. All data synthetic; performance numbers are not customer testimonials.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640080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