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 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</c:v>
                </c:pt>
                <c:pt idx="1">
                  <c:v>32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units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Inv.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</c:v>
                </c:pt>
                <c:pt idx="1">
                  <c:v>164</c:v>
                </c:pt>
                <c:pt idx="2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Inventory Reorder Protocol —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For junior warehouse personnel  •  A simple reorder-point rule: logic, worked example, and practice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11183112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LEARNING GOAL:  Teach novice stockroom coordinators a simple reorder-point rule — explain the logic, work through an example, then complete a short practice exercise (answer on Slide 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What you will be able to do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06324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3035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Skill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State the two formulas and the ORDER / WAIT rule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from demand, lead time,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 and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process without skipping a step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5–8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3063240"/>
            <a:ext cx="3959352" cy="82296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154680"/>
            <a:ext cx="35935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WHEN?  At each daily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3977639"/>
            <a:ext cx="3959352" cy="8229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4069080"/>
            <a:ext cx="35935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DECISION:  ORDER  or  WAIT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4892040"/>
            <a:ext cx="3959352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983480"/>
            <a:ext cx="359359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Always label units (units,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All data in this deck are synthetic and for training only.  • 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Rule — Two Formulas, One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Calculate both quantities first. Only then compare them.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5486400" cy="12344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① 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= daily demand × lead time (days)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48640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51206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② 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80360"/>
          <a:ext cx="72237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920"/>
                <a:gridCol w="2407920"/>
                <a:gridCol w="2407920"/>
              </a:tblGrid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used per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until a new order arrives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held against variability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Already ordered, not yet received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 / allocated to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955279" y="2880360"/>
            <a:ext cx="3730752" cy="283464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017520"/>
            <a:ext cx="3364992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DECISION RULE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Place an order when: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Inventory position  ≤ 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Otherwise: WAIT and review again tomorrow.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Key point: compare inventory position (not on-hand alone) with the reorder point.  • 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Worked Example — Calculating the Reorder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Daily demand 22 units/day  •  Lead time 6 days  •  Safety stock 32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Demand during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 + 32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(22 × 6) + 32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389120"/>
            <a:ext cx="5852160" cy="13258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98848"/>
            <a:ext cx="53949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Check the units: (units/day × days) = units.  Then units + units =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Safety stock is added once — it is NOT multiplied by lead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Components of the reorder point (units)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629400" y="1783080"/>
          <a:ext cx="5056632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629400" y="5257800"/>
            <a:ext cx="5056632" cy="4572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5330952"/>
            <a:ext cx="50566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REORDER POINT  =  164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132 units cover expected use while waiting; 32 units are the buffer. Together they set the trigger.  • 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Inventory Position — Order or Wait?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Same item as Slide 3. Reorder point = 164 units. Now read today's counts.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Quantity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Sign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 (already coming)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 (promised out)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= 156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=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52628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Comparison / sizing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vs.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?  Yes — 5 below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= target −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264 − 159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Position, trigger and target (units)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29400" y="1783080"/>
          <a:ext cx="5056632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629400" y="5074920"/>
            <a:ext cx="505663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5166360"/>
            <a:ext cx="46908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DECISION: ORDER 105 units  →  target position 264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On-order (20) and committed (17) are preserved in the calculation — never drop them.  • 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The Daily Process — A Connected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Run the same sequence every day, in order. Do not jump straight to the comparison.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2  Calculate inventory 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3  Compare with reorder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554480"/>
            <a:ext cx="259003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627632"/>
            <a:ext cx="2443734" cy="9966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4  ORDER if at / below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259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971800"/>
          <a:ext cx="6949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 do this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 record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Read counts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On-hand, on-order,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numbers, in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Calculate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(units)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Compare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/ 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 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→ ORDER to target. No →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or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26679" y="2971800"/>
            <a:ext cx="3959352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108960"/>
            <a:ext cx="35935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IF AT / BELOW  → 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4297680"/>
            <a:ext cx="3959352" cy="1143000"/>
          </a:xfrm>
          <a:prstGeom prst="rect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434840"/>
            <a:ext cx="35935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OTHERWISE  → 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↺ return to next daily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5440680"/>
            <a:ext cx="0" cy="36576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45920" y="5806440"/>
            <a:ext cx="8046720" cy="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45920" y="2834640"/>
            <a:ext cx="0" cy="2971800"/>
          </a:xfrm>
          <a:prstGeom prst="line">
            <a:avLst/>
          </a:prstGeom>
          <a:ln w="1905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91840" y="5870448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WAIT loop: no order today — repeat Steps 1–3 tomorrow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Practice Exercise — You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Work it out before turning the page. The answer is revealed at the top of Slide 7.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417320"/>
            <a:ext cx="694944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92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EXERCISE:  At today's review, should you ORDER or WAIT?  Show the comparison and the gap in units.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51760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43484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Write here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Compare: 176  ?  164  ( ≤  or  &gt; 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Gap = 176 − 164 = ____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Decision: ORDER / WAIT (circle one)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44805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3502152" cy="4114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HINTS — no answer yet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Use the rule from Slide 2 exactly as written.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"At or below" the trigger means ≤.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State the gap with its unit: "___ units above / below".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Do not use on-hand alone — you are given the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Commit to an answer now. Check yourself on the next slide.  • 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Practice Answer, Then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First: the reveal for Slide 6. Then: three errors to avoid every day.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371600"/>
            <a:ext cx="1118311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ANSWER (Slide 6):  WAIT  —  position 176 units is 12 units above the 164-unit trigger  (176 − 164 = 12;  176 &gt; 164).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606040"/>
          <a:ext cx="111831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7543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 — do NOT do this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 this instead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stock already on-order and stock committed out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 = on-hand + on-order −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 one-off buffer in units, not a per-day rate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(demand × lead time) +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The reorder point is a trigger level, not how much to buy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quantity = target position −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1616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If you answered WAIT with a 12-unit gap, your logic matches the protocol. If not, re-run Slides 2 and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95959"/>
                </a:solidFill>
                <a:latin typeface="Arial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Before You Order — Final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Tick each line in order. Then locate today's position on the number 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70432"/>
            <a:ext cx="11183112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831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☐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 before ordering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looks like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units on every input and result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units, units/day and days are not mixed up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existing orders (add on-order)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Nothing already coming is ordered twice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 stock is not counted as available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trigger: 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only if Yes; otherwise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Annotated number line (units) — worked example (159), trigger (164), practice position (176), target (264)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17720"/>
            <a:ext cx="3191256" cy="38404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31336" y="4617720"/>
            <a:ext cx="7690104" cy="384048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90872"/>
            <a:ext cx="319125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ORDER zone  ≤164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690872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WAIT zone  &gt;164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257800"/>
            <a:ext cx="108813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65576" y="512064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31336" y="5074920"/>
            <a:ext cx="0" cy="36576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09160" y="5120640"/>
            <a:ext cx="0" cy="27432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91672" y="5120640"/>
            <a:ext cx="0" cy="27432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79776" y="546811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159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Position →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4114800"/>
            <a:ext cx="12801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164 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46811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176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Practice →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546811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264 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(order 105)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Decision to remember: position ≤ 164 units → ORDER up to target; position &gt; 164 units → WAIT until tomorrow's review.  • 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