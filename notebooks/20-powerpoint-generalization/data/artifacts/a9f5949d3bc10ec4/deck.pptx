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duplicated work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Pilot survey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teams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Pilot survey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44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Stage count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1300</c:v>
                </c:pt>
                <c:pt idx="1">
                  <c:v>450</c:v>
                </c:pt>
                <c:pt idx="2">
                  <c:v>200</c:v>
                </c:pt>
                <c:pt idx="3">
                  <c:v>80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01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TeamLedger: scheduling for small teams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0000"/>
                </a:solidFill>
                <a:latin typeface="Arial"/>
              </a:defRPr>
            </a:pPr>
            <a:r>
              <a:t>A fictional scheduling tool for leaders evaluating how availability, conflicts and approvals could fit their team’s operations.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46888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Operational need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TeamLedger feature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What to evaluate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Avoid repeated availability entry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How availability would enter your scheduling process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Identify overlapping shifts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How the team would review and resolve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Keep a record of schedule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Who approves schedules and how decisions are recorded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892040"/>
            <a:ext cx="11155680" cy="1143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ASSESS THE WORKFLOW, THEN TRY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Start a 14-day Pro trial. No payment required. Pro is $52/team/month after the trial.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product. All data and performance numbers are synthetic; no customer testimonials.  |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02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Duplicated scheduling work is a pilot concern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Synthetic pilot survey • unit: teams • n = 110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94560"/>
          <a:ext cx="64008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360920" y="1645920"/>
            <a:ext cx="4297680" cy="1417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783080"/>
            <a:ext cx="3840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0000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468880"/>
            <a:ext cx="3840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t>66 ÷ 110 teams reported duplication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60920" y="3291840"/>
          <a:ext cx="4297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5143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Survey accounting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Teams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Reported duplicated work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Remaining: 110 − 66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surveyed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577840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Evaluation implication: examine where your team repeats scheduling work. This synthetic survey count is not a market-size estimate or evidence of product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“Remaining teams” is the arithmetic complement of the reported count.  |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03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Resolve conflicts before approving the schedule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Read left to right. A flagged conflict takes the review loop before approval.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23160"/>
            <a:ext cx="1920240" cy="91440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737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1. Import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availability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880360"/>
            <a:ext cx="32004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0" y="2423160"/>
            <a:ext cx="1828800" cy="91440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560320"/>
            <a:ext cx="1645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2. Flag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conflicts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880360"/>
            <a:ext cx="41148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83480" y="2423160"/>
            <a:ext cx="1554480" cy="9144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560320"/>
            <a:ext cx="13716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Conflict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present?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37960" y="2880360"/>
            <a:ext cx="64008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37960" y="2423160"/>
            <a:ext cx="640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No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423160"/>
            <a:ext cx="1920240" cy="91440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560320"/>
            <a:ext cx="1737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3. Approve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schedule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2880360"/>
            <a:ext cx="64008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738360" y="2423160"/>
            <a:ext cx="1920240" cy="91440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2560320"/>
            <a:ext cx="1737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4. Notify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team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3337560"/>
            <a:ext cx="0" cy="11887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89320" y="3703320"/>
            <a:ext cx="1920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Yes ↓ review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572000" y="4526280"/>
            <a:ext cx="118872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743200" y="4069080"/>
            <a:ext cx="1828800" cy="91440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206240"/>
            <a:ext cx="1645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availability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463040" y="4526280"/>
            <a:ext cx="1280160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463040" y="3337560"/>
            <a:ext cx="0" cy="11887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5303520"/>
            <a:ext cx="11155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Loop: review availability → update/import availability → recheck conflicts.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Approval history records who approved the schedule; notification follows approval.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intended workflow. All data are synthetic.  |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04 /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Choose by team size and need for conflict alerts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Listed prices are per team, per month. Enterprise pricing requires a sales conversation.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334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Monthly price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$21/team/month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$52/team/month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Member limit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25 members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Calendar 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listed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Not specified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Evaluation route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Assess calendar needs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14-day trial; no payment required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Pro vs. Starter: +$31/team/month and +20 members of capacity, with conflict alerts listed.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plan terms. Unspecified features and Enterprise capacity require clarification. All data are synthetic.  |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05 /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80 paid teams from 200 trial starts: 40.0%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Synthetic funnel • unit: count at each stage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94560"/>
          <a:ext cx="585216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2194560"/>
          <a:ext cx="4983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Stage transition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 → signup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450 ÷ 1,300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34.6%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Signup → trial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200 ÷ 450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44.4%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80 ÷ 200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Visit → paid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80 ÷ 1,300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75120" y="4709160"/>
            <a:ext cx="4983480" cy="10058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846320"/>
            <a:ext cx="4617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120 trial starts did not reach paid status in this funnel: 200 − 80 = 120, or 60.0%.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These counts describe a synthetic funnel; they do not establish causal product impact.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All data are synthetic. Rates are rounded to one decimal place; counts are exact.  |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06 /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Evaluate three practical scheduling capabilities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0000"/>
                </a:solidFill>
                <a:latin typeface="Arial"/>
              </a:defRPr>
            </a:pPr>
            <a:r>
              <a:t>Use a representative schedule during the trial to assess fit with your team’s 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772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Intended benefit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Suggested trial check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Availability import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Reduces manual re-entry of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Import representative availability and review the resulting entries.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Surface overlapping shifts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an overlapping shift and check how the conflict is surfaced.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Approval history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Records who approved a schedule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Approve a schedule and inspect the recorded approver.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Evidence boundary: no quantified time-saving claim is provided.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capabilities and suggested evaluation checks. All data are synthetic.  |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07 /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Week 6 launch depends on two inputs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64592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Proposed launch schedule • unit: week • beta and security review overlap in weeks 2–3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9456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3668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Workstream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1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2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3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4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5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 6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Beta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Security review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Support 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Launch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937760"/>
            <a:ext cx="3017520" cy="77724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2651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Beta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120640"/>
            <a:ext cx="685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4937760"/>
            <a:ext cx="3017520" cy="777240"/>
          </a:xfrm>
          <a:prstGeom prst="rect">
            <a:avLst/>
          </a:prstGeom>
          <a:solidFill>
            <a:srgbClr val="EEEEEE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5120640"/>
            <a:ext cx="2651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Security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79" y="5326380"/>
            <a:ext cx="914401" cy="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12480" y="4937760"/>
            <a:ext cx="3246120" cy="777240"/>
          </a:xfrm>
          <a:prstGeom prst="rect">
            <a:avLst/>
          </a:prstGeom>
          <a:solidFill>
            <a:srgbClr val="D9D9D9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5120640"/>
            <a:ext cx="2880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t>Week 6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t>Both inputs are required for launch. Support training remains scheduled for week 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launch plan. All data are synthetic.  |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08 /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Start a 14-day Pro trial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17320"/>
            <a:ext cx="1115568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645920"/>
            <a:ext cx="11155680" cy="10972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0000"/>
                </a:solidFill>
                <a:latin typeface="Arial"/>
              </a:defRPr>
            </a:pPr>
            <a:r>
              <a:t>14 DAYS  /  NO PAYMENT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After the trial, Pro is $52/team/month. Pro supports up to 25 members.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01752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486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Trial step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What your team evaluates</a:t>
                      </a:r>
                    </a:p>
                  </a:txBody>
                  <a:tcPr marL="64008" marR="64008" marT="36576" marB="36576">
                    <a:solidFill>
                      <a:srgbClr val="D9D9D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 Import availability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Whether the import reduces repeated entry in your scheduling process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 Review conflicts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Whether overlapping shifts are surfaced for review before approval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3. Approve and notify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Whether approval history and the notification workflow fit team operations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Decision: does the workflow fit your team at $52/team/month?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0000"/>
                </a:solidFill>
                <a:latin typeface="Arial"/>
              </a:defRPr>
            </a:pPr>
            <a:r>
              <a:t>Bring one representative schedule and evaluate import, conflict review and approval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Fictional product and invitation. All data are synthetic; no quantified time savings are promised.  |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