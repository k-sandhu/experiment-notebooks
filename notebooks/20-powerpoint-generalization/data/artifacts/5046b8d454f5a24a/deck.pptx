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Do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Fictional Scheduling Tool for small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An evaluation brief: problem, workflow, plans, funnel, launch and trial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120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PRODUCT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120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A shared scheduling workspace that imports availability, flags conflicts and records approvals before the team is notified.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246120"/>
            <a:ext cx="512064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383280"/>
            <a:ext cx="5120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DESIGNED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120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Small teams that build schedules by hand today: up to 5 members on Starter, up to 40 on Pro.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DECISION ASKED OF LEADERS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512064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19472"/>
            <a:ext cx="4846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Start a 14-day Pro trial (no payment required) if your team duplicates scheduling work.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89320" y="1600200"/>
          <a:ext cx="5669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372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Section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in this deck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· Problem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 of 110 pilot teams (60.0%) report duplicated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· Workflow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Import, flag, approve, notify; conflicts loop back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· Plans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 $21, Pro $59 per team/month; Enterprise via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· Funnel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visits to 92 paid teams; 46.0% trial-to-paid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· Benefits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Three features; no quantified time-saving claim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 · 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7 launch gated by beta AND 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 · Invitation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14-day Pro trial,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60% of pilot teams report duplicated scheduling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pilot survey of 110 teams; a survey count, not a market-size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852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Pilot teams by response (count of teams, n = 110)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600200"/>
            <a:ext cx="22860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66 / 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40864"/>
            <a:ext cx="22860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teams report duplicated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2834640"/>
            <a:ext cx="2286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0" y="1600200"/>
            <a:ext cx="22860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340864"/>
            <a:ext cx="22860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share of pilot teams (66 ÷ 110)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600" y="2834640"/>
            <a:ext cx="2286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12280" y="306324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Surveyed in pilot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 duplicated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 not report 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 (110 − 66)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12280" y="5074920"/>
            <a:ext cx="484632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5120640"/>
            <a:ext cx="4572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pilot count only. It does not estimate market size or how often duplication occurs within a team.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One connected flow; conflicts loop back before approval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Intended workflow: import availability → flag conflicts → approve schedule → notify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1 · Import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78308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2 · Flag conflicts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783080"/>
            <a:ext cx="1828800" cy="82296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Decision: conflict found?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78308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8288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3 · Approve schedule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800" y="1783080"/>
            <a:ext cx="18288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4 · Notify team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19456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63440" y="219456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5160" y="2194560"/>
            <a:ext cx="50291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1874519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219456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60604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72200" y="2788920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3246120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29184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Availability review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49039" y="3657600"/>
            <a:ext cx="141732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49039" y="260604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79" y="3246120"/>
            <a:ext cx="4160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Loop: a flagged conflict returns to availability review and is re-checked; approval and notification wait until it clears.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4343400"/>
          <a:ext cx="111556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248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Import availability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Flag conflicts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 schedule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Notify team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Leader action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Bring member availability into the 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Review overlaps; if a conflict exists, return to availability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the conflict-free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Send the approved schedule to the team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484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Tool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(Pro plan)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 records who approved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notification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Pro adds conflict alerts and 8× member capacity for $38 more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Plan comparison; prices per team per month; Enterprise pricing available from sales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49807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per member at full 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($21 ÷ 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$1.48 ($59 ÷ 40)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12-month cost (monthly × 12)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$708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75320" y="1600200"/>
            <a:ext cx="3383280" cy="42976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737360"/>
            <a:ext cx="3017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HOW TO 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057400"/>
            <a:ext cx="30175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Starter: teams of up to 5 that need one shared calendar.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71800"/>
            <a:ext cx="30175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Pro: teams of 6–40, or any team that needs conflict alerts. Costs $38 more per team/month than Starter ($59 − $21).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526280"/>
            <a:ext cx="30175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Enterprise: no price is published; contact sales for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Per-member and 12-month figures are arithmetic on list prices, not quoted discounts. Capacity: 40 ÷ 5 = 8×.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Synthetic funnel: 1,300 visits became 92 paid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Stage counts and step conversion; descriptive only, no causal product impact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035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Count at each funnel stage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600200"/>
          <a:ext cx="4846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 conversion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 of visits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 of 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Paid teams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 of trials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12280" y="4754880"/>
            <a:ext cx="4846320" cy="114300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800600"/>
            <a:ext cx="45720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Overall: 92 ÷ 1,300 = 7.1% of visits became paid teams. Trial-to-paid: 92 ÷ 200 = 46.0%. Counts describe one synthetic funnel, not product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Three features target the manual steps in scheduling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Benefits are described qualitatively; no quantified time-saving claim is provided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does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Benefit to the leader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Quantified claim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Pulls member availability into the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 of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Surfaces overlapping shifts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are visible before the schedule is final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 clear record of each approval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754880"/>
            <a:ext cx="11155680" cy="114300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FIT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If your team re-enters availability by hand, misses overlapping shifts, or cannot tell who approved a schedule, these features map to that work. Measure any time savings in your own trial.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Week 7 launch requires both beta feedback and security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Seven-week plan; support training remains in week 5; no milestone is listed for 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16002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057400"/>
            <a:ext cx="3566160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697480"/>
            <a:ext cx="3566160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95560" y="3337560"/>
            <a:ext cx="118872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39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977639"/>
            <a:ext cx="118872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286000"/>
            <a:ext cx="3337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2926080"/>
            <a:ext cx="2148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66960" y="2286000"/>
            <a:ext cx="0" cy="1280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3566160"/>
            <a:ext cx="228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0" y="237744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AND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617720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383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Depends 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Produces feedback required for 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beta in weeks 2–3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Unchanged; remains in week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 feedback AND 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Gate: both inputs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Try Pro free for 14 days — no payment required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After the trial, Pro is $59/team/month; all figures in this deck are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7472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347472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Pro trial 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17520"/>
            <a:ext cx="3474719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645920"/>
            <a:ext cx="347472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No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468880"/>
            <a:ext cx="347472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required to start the trial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3017520"/>
            <a:ext cx="34747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3879" y="1645920"/>
            <a:ext cx="347472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$59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468880"/>
            <a:ext cx="347472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per team per month after the trial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3017520"/>
            <a:ext cx="3474721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337560"/>
            <a:ext cx="6766560" cy="19202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INVITATION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64008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Start a 14-day Pro trial with your team: import availability, review conflict alerts and approve one real schedule.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543800" y="3337560"/>
          <a:ext cx="4114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Trial includes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 detail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+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During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After 14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Suggested trial plan: week 1, import availability and flag conflicts; week 2, approve and notify, then compare effort with your current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Fictional product. All data synthetic; performance numbers are not customer testimonials.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40080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