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1190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EB8C2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90.4</c:v>
                </c:pt>
                <c:pt idx="1">
                  <c:v>113</c:v>
                </c:pt>
                <c:pt idx="2">
                  <c:v>135.6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AEB8C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Equipment investment | Recommendation for capital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556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SELECT OPTION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Investment selection remains subject to the operational GO / HOLD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$343k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Initial investment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24612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474720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$113k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16052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4612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474720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3.0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32461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474720"/>
            <a:ext cx="22860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−$4k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605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Three-year 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At base savings, three years returns $339k against a $343k investment.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Simple payback = 343 ÷ 113 = 3.035 years, rounded to 3.0. Three-year net = 3 × 113 − 343 = −4 ($k).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Financial figures use simple, undiscounted calculations.                                                 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Reference equipment options | Investment and savings in $k; uptime in 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583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REFERENCE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6629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6057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Annual saving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164592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ANNUAL SAVING ($k)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52360" y="2148840"/>
          <a:ext cx="420624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166360"/>
            <a:ext cx="11155680" cy="2286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Higher investment accompanies higher annual savings and higher reference uptime.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Reference uptime describes the options; operational performance must be demonstrated at the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Reference option values are unchanged.                                                                                         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Six-month output | Actual versus target, units per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MONTHLY OUTPUT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7772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595360" y="1920240"/>
            <a:ext cx="306324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4884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6,330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97480"/>
            <a:ext cx="2606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Actual total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4612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794760"/>
            <a:ext cx="2606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Target total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4343400"/>
            <a:ext cx="2606040" cy="18288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457200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333333"/>
                </a:solidFill>
                <a:latin typeface="Arial"/>
              </a:defRPr>
            </a:pPr>
            <a:r>
              <a:t>270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606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Total shortfall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M3–M6 exceeded target, but the total remained 4.1% below plan: 270 ÷ 6,600.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Target is 1,100 units in each month.                                                                                              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Option B sensitivity | Fixed investment of $343k; annual savings vary by ±20%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ANNUAL SAVING ($k / 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46634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32120" y="16459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COMPUTED FINANCIAL OUTCOMES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32120" y="2194560"/>
          <a:ext cx="6126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  <a:gridCol w="1531620"/>
                <a:gridCol w="1531620"/>
              </a:tblGrid>
              <a:tr h="6629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vs. base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3.79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−71.8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+63.8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32120" y="5074920"/>
            <a:ext cx="6126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Base savings leave a $4k gap at year three; the upside produces a positive three-year 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60720"/>
            <a:ext cx="11155680" cy="2286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Payback = 343 ÷ annual saving. Three-year net = (3 × annual saving) − 343. All financial inputs are in $k.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Paybacks shown to two decimals; the decision slide rounds base payback to one decimal.                    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Site demand versus capacity | Units per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212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SITE CAPACITY CHECK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5212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6286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645920"/>
            <a:ext cx="5532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DAILY UNITS BY SITE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035040" y="2148840"/>
          <a:ext cx="5623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166360"/>
            <a:ext cx="5212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No site has demand above capacity.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532120"/>
            <a:ext cx="5532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West has the smallest headroom: 330 − 319 = 11 units/day.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5212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Headroom = capacity − demand, in units/day.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These figures do not replace the required capacity validation at all sites.                                          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13-week sequence | Connected Technical and People lanes; timing is shown within each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47672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9768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560320"/>
            <a:ext cx="1737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724912"/>
            <a:ext cx="14630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560320"/>
            <a:ext cx="15087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724912"/>
            <a:ext cx="1234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560320"/>
            <a:ext cx="2057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2724912"/>
            <a:ext cx="17282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4297680"/>
            <a:ext cx="2057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4462272"/>
            <a:ext cx="17282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Train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560320"/>
            <a:ext cx="1051560" cy="914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724912"/>
            <a:ext cx="8503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256032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724912"/>
            <a:ext cx="1508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10–13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3017520"/>
            <a:ext cx="36576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3017520"/>
            <a:ext cx="4114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66260" y="3474720"/>
            <a:ext cx="0" cy="128016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66260" y="4754880"/>
            <a:ext cx="116586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89520" y="3017520"/>
            <a:ext cx="8686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4754880"/>
            <a:ext cx="45720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46720" y="3017520"/>
            <a:ext cx="0" cy="173736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0" y="3017520"/>
            <a:ext cx="4114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09760" y="3017520"/>
            <a:ext cx="4114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Validate and Train run in parallel after Build. Both feed the week 9 gate; rollout requires GO.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Connections show dependencies; box widths are not proportional to duration.                                  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Week 9 release decision | Every condition must be satisfied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7040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REQUIRED EVIDENCE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520440"/>
              </a:tblGrid>
              <a:tr h="6217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requirement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Operational 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Site 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finishes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Validation finishes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2194560"/>
            <a:ext cx="3703320" cy="13258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6080"/>
            <a:ext cx="3246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Only if all conditions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794760"/>
            <a:ext cx="37033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AE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977639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526280"/>
            <a:ext cx="3246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Otherwise, including missing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2286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B’s reference uptime is 99.1%, below the 99.6% gate. Reference uptime is not proof of operational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Selecting equipment does not establish that the operational gate has passed.                                     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Likelihood and impact | Each axis uses the supplied 1–5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IMPACT (1–5)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2377440"/>
            <a:ext cx="47548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325880" y="2377440"/>
            <a:ext cx="0" cy="292608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25880" y="5303520"/>
            <a:ext cx="475488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457200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25880" y="384048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310896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25880" y="2377440"/>
            <a:ext cx="4754880" cy="0"/>
          </a:xfrm>
          <a:prstGeom prst="line">
            <a:avLst/>
          </a:prstGeom>
          <a:ln w="6350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14807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1655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5351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2199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458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202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0740" y="5440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852160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LIKELIHOOD (1–5)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749039"/>
            <a:ext cx="182880" cy="1828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050791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Supplier delay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017520"/>
            <a:ext cx="182880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Training gap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720840" y="2194560"/>
          <a:ext cx="49377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1112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• likelihood / 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 • 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 • 2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data are synthetic. Supplier delay has higher likelihood; the training gap has higher impact.                                            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