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Welcome to our neighborhood Repair Cafe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A fictional community campaign: bring something broken, fix it together. All data are synthetic.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Everyone nearby is invited: residents who bring an item, and neighbors who give their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743200"/>
            <a:ext cx="548640" cy="5486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70632"/>
            <a:ext cx="2468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306324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Any local resident with one small household item, plus neighbors who would like to help as volunteers.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8892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3017520"/>
            <a:ext cx="548640" cy="5486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44952"/>
            <a:ext cx="2468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How events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94760"/>
            <a:ext cx="30632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Registration opens (week 1), volunteer training (week 2), venue confirmed (week 3), four repair sessions (week 4), follow-up (week 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514600"/>
            <a:ext cx="33375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2743200"/>
            <a:ext cx="548640" cy="5486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78892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70632"/>
            <a:ext cx="23317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20440"/>
            <a:ext cx="292608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Sign up by the end of week 2 for a 3-hour role: welcome, repair support or safety check. No specialist qualification is implied.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55080"/>
            <a:ext cx="10927080" cy="0"/>
          </a:xfrm>
          <a:prstGeom prst="line">
            <a:avLst/>
          </a:prstGeom>
          <a:ln w="12700">
            <a:solidFill>
              <a:srgbClr val="FFA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46E7A"/>
                </a:solidFill>
                <a:latin typeface="Arial"/>
              </a:defRPr>
            </a:pPr>
            <a:r>
              <a:t>Fictional campaign · all figures in this deck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Four sessions offer 162 seats in total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Seats per session by neighborhood; every session lasts 2 hours (synthetic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46E7A"/>
                </a:solidFill>
                <a:latin typeface="Arial"/>
              </a:defRPr>
            </a:pPr>
            <a:r>
              <a:t>Seats per session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72237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69164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874519"/>
            <a:ext cx="292608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162 seats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642615"/>
            <a:ext cx="292608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45 + 39 + 31 + 47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3154679"/>
            <a:ext cx="29260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200" y="3337560"/>
            <a:ext cx="292608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105656"/>
            <a:ext cx="292608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length of every session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58200" y="4617720"/>
            <a:ext cx="29260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58200" y="4800600"/>
            <a:ext cx="292608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1C784"/>
                </a:solidFill>
                <a:latin typeface="Arial"/>
              </a:defRPr>
            </a:pPr>
            <a:r>
              <a:t>8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568696"/>
            <a:ext cx="292608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repair time across 4 sessions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6080760"/>
            <a:ext cx="29260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4652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E7A"/>
                </a:solidFill>
                <a:latin typeface="Arial"/>
              </a:defRPr>
            </a:pPr>
            <a:r>
              <a:t>Largest: West, 47 seats · Smallest: South, 31 seats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29 volunteers give 87 hours together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Three friendly roles; no specialist qualification is implied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743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63238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46E7A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057400"/>
            <a:ext cx="640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73736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2743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63238"/>
                </a:solidFill>
                <a:latin typeface="Arial"/>
              </a:defRPr>
            </a:pPr>
            <a:r>
              <a:t>3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60320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46E7A"/>
                </a:solidFill>
                <a:latin typeface="Arial"/>
              </a:defRPr>
            </a:pPr>
            <a:r>
              <a:t>per volunteer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057400"/>
            <a:ext cx="640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737360"/>
            <a:ext cx="3977639" cy="13716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828800"/>
            <a:ext cx="3977639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560320"/>
            <a:ext cx="3977639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volunteer-hours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794760"/>
            <a:ext cx="822960" cy="109728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3063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Greet neighbors, register items and explain how the session works.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9476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17720" y="4023360"/>
            <a:ext cx="822960" cy="109728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2062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9160"/>
            <a:ext cx="3063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Work alongside residents on simple fixes, as skills and parts allow.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566160"/>
            <a:ext cx="3429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66760" y="3794760"/>
            <a:ext cx="822960" cy="109728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977639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80560"/>
            <a:ext cx="301752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Look items over before and after a repair attempt. This is not a safety certification.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E7A"/>
                </a:solidFill>
                <a:latin typeface="Arial"/>
              </a:defRPr>
            </a:pPr>
            <a:r>
              <a:t>If all 29 sign up: about 5.6 seats per volunteer (162 ÷ 29) · synthetic figures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A $2,860 budget, led by materials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Synthetic budget by line item, in US dollars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Line item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total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33.2%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22.4%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$2,860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73736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320040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$2,860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807208"/>
            <a:ext cx="320040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1,270 + 950 + 640 + 0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83879" y="3429000"/>
            <a:ext cx="3200401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55279" y="379476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931920"/>
            <a:ext cx="3200400" cy="8549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Arial"/>
              </a:defRPr>
            </a:pPr>
            <a:r>
              <a:t>$17.65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864608"/>
            <a:ext cx="3200400" cy="5440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per seat ($2,860 ÷ 162 seats)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5486400"/>
            <a:ext cx="3200401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Materials take 44.4% of spending. Access support is budgeted at $0 in this synthetic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From sign-up to follow-up in five weeks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Week 4 events need BOTH volunteer training and venue confirmation first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789920" cy="0"/>
          </a:xfrm>
          <a:prstGeom prst="line">
            <a:avLst/>
          </a:prstGeom>
          <a:ln w="381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05840" y="1965960"/>
            <a:ext cx="1463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02536"/>
            <a:ext cx="1463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965960"/>
            <a:ext cx="1463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002536"/>
            <a:ext cx="1463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965960"/>
            <a:ext cx="1463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002536"/>
            <a:ext cx="1463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965960"/>
            <a:ext cx="1463040" cy="4572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002536"/>
            <a:ext cx="1463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965960"/>
            <a:ext cx="1463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002536"/>
            <a:ext cx="1463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34640"/>
            <a:ext cx="2011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1828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834640"/>
            <a:ext cx="2011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971800"/>
            <a:ext cx="1828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Volunteer training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480560"/>
            <a:ext cx="2011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617720"/>
            <a:ext cx="1828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834640"/>
            <a:ext cx="2011680" cy="11887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971800"/>
            <a:ext cx="1828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Repair events (4 sessions)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834640"/>
            <a:ext cx="2011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971800"/>
            <a:ext cx="1828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Follow-up (1 week after)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0" y="3429000"/>
            <a:ext cx="18288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37760" y="3429000"/>
            <a:ext cx="2377440" cy="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32320" y="4023360"/>
            <a:ext cx="1188720" cy="105156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6880" y="3429000"/>
            <a:ext cx="18288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63840" y="4343400"/>
            <a:ext cx="36576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Events go ahead only when training AND venue confirmation are both done.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Sign-up deadline: end of week 2 · Follow-up: week 5, one week after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What to bring and what to expect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Friendly, hands-on repairs, with honest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120640" cy="21945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5720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One item per person keeps things moving so more neighbors get a turn.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57400"/>
            <a:ext cx="54406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Walk-ins are 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49377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Drop in within session capacity: 31 to 47 seats per session, 162 in total.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343400"/>
            <a:ext cx="8138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4617720"/>
            <a:ext cx="109728" cy="1463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4526280"/>
            <a:ext cx="7315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Please keep in mind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5029200"/>
            <a:ext cx="731520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Repairs depend on the skills and parts available on the day. A repair is not guaranteed, and no safety certification is given.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Synthetic trial: 6 in 10 items were repaired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Last synthetic trial · 90 items assessed · counts of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949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46E7A"/>
                </a:solidFill>
                <a:latin typeface="Arial"/>
              </a:defRPr>
            </a:pPr>
            <a:r>
              <a:t>Items by outcome (synthetic trial)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71323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92440" y="1737360"/>
            <a:ext cx="3474720" cy="21031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74519"/>
            <a:ext cx="3108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834640"/>
            <a:ext cx="31089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repair share (54 ÷ 90)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069080"/>
            <a:ext cx="3246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206240"/>
            <a:ext cx="2926080" cy="187451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54 + 22 + 14 = 90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Referred: 24.4%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Not repairable: 15.6%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E7A"/>
                </a:solidFill>
                <a:latin typeface="Arial"/>
              </a:defRPr>
            </a:pPr>
            <a:r>
              <a:t>Synthetic trial data, shown for illustration; not a forecast or a result from a real community.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Join us: sign up by the end of week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Events take place in week 4. Come as a participant, a volunteer, or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822960" cy="109728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Sign up as a participant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548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Register to bring one small household item to one of four 2-hour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2194560"/>
            <a:ext cx="822960" cy="109728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77440"/>
            <a:ext cx="4754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Sign up as a volunteer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47548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Give 3 hours in a welcome, repair support or safety check role.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526280"/>
            <a:ext cx="31394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599432"/>
            <a:ext cx="2993136" cy="6309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Sign up by end of week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1040" y="4526280"/>
            <a:ext cx="31394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4192" y="4599432"/>
            <a:ext cx="2993136" cy="6309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Training and venue set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36720" y="491490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924799" y="4526280"/>
            <a:ext cx="31394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7951" y="4599432"/>
            <a:ext cx="2993136" cy="6309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Repair events in week 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50479" y="491490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108960" y="5623560"/>
            <a:ext cx="5943600" cy="8229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5760720"/>
            <a:ext cx="59436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Contact: Local organizer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