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Did not report duplicated 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" cy="5394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PRODUCT OVERVIEW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rial"/>
              </a:defRPr>
            </a:pPr>
            <a:r>
              <a:t>Fictional Team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One shared workflow for small teams: import availability, flag conflicts, approve the schedule and notify everyone.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063240"/>
            <a:ext cx="107286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20040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Deck at a glance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65760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 requested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 of 110 pilot teams (60.0%) report duplicated scheduling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→ flag conflicts → approve → notify; a conflict loops back to availability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 $21, Pro $52 per team/month; Enterprise via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a 14-day Pro trial;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603504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All performance numbers in this deck are synthetic and are not customer testimonials.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Six in ten pilot teams report duplicated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66 of 110 surveyed teams (60.0%) say scheduling effort is repeated across tools or people.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Pilot teams by survey response (count of teams, n = 110)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Survey arithmetic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07"/>
                <a:gridCol w="211820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 surveyed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 duplication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not report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 (110 − 66)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 reporting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 (66 ÷ 110)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4983480"/>
            <a:ext cx="4236415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029200"/>
            <a:ext cx="3977639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Caveat: synthetic pilot survey count. It is not a market-size estimate and does not measure time lost.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a fictional product; not customer testimonials.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Four steps, with one decision gate before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No schedule is approved while a conflict is open: conflicts return to availability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1  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1737360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194560"/>
            <a:ext cx="16459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conflict found?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5740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194560"/>
            <a:ext cx="1737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3  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2057400"/>
            <a:ext cx="1676095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194560"/>
            <a:ext cx="158465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 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8040" y="2240280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50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554480" y="3749039"/>
            <a:ext cx="48006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544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333756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review, then re-check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11480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the tool does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Pulls team members' availability into one 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Single availability view; no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Detects overlapping shifts and marks them for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List of open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Open conflict? Yes → back to availability review; No → proceed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 →  4  Notify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Leader approves; approval is recorded; team is notified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entry and team notification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Intended workflow of a fictional product; illustrative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 adds conflict alerts and 5× the member limit for $31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Prices are per team per month. Enterprise pricing is available only from sales.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74980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per member at full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($21 ÷ 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$2.08 ($52 ÷ 25)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12-month cost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$252 (12 × $21)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$624 (12 × $52)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5 people; calendar only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25 people; needs conflict checks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Above 25 or custom needs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57400"/>
            <a:ext cx="3322015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Reading the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5176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Pro − Starter = $31 / team / month for +20 members and conflict alerts.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749039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8862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Conflict alerts power the workflow's decision gate; Starter teams resolve overlaps manually.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983480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512064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No Enterprise price is stated; quote comes from sales.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pricing; per-member and 12-month figures are simple arithmetic, not discounts.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40.0% of trial starts became paid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80 paid teams from 200 trial starts; 6.2% of the 1,300 visits ended as paid teams.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Funnel stage counts (visits, then teams)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Stage-to-stage conversion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38"/>
                <a:gridCol w="1412138"/>
                <a:gridCol w="1412139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Transition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Counts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→ 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→ 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5212080"/>
            <a:ext cx="4236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257800"/>
            <a:ext cx="39776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Descriptive counts only; they do not show that the product caused any outcome.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funnel data; rates rounded to one decimal.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Three features map to three steps of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Benefits are described qualitatively; no time-saving figure has been measured or claimed.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3546043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Availability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Reduces manual re-entry of team availability.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3283" y="2057400"/>
            <a:ext cx="3546043" cy="16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0443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Conflict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443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Surface overlapping shifts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926" y="2057400"/>
            <a:ext cx="3545128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5086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Approval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5086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Records who approved each schedule.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88620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 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Operational effect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availability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Quantified saving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Starter, Pro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visible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 of who approved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 by plan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Assess fit by asking: which of these three steps costs your team the most effort today?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plan availability for import inferred from shared calendar; no time-saving claim made.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Week 6 launch requires both beta feedback AND 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Beta (weeks 1–3) and security review (weeks 2–4) overlap; support training stays in week 5.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918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574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68880"/>
            <a:ext cx="4114800" cy="4114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971800"/>
            <a:ext cx="4114800" cy="41148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474720"/>
            <a:ext cx="137160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3977639"/>
            <a:ext cx="13716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406640" y="267462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3177540"/>
            <a:ext cx="1325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04120" y="2468880"/>
            <a:ext cx="0" cy="19202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617720"/>
          <a:ext cx="1109441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Dependency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Stays in week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feedback AND security review both 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Black vertical line = launch gate. Fictional plan; weeks are relative.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Decision: run a 14-day Pro trial with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Test the full workflow, including conflict alerts, before any payment is required.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Arial"/>
              </a:defRPr>
            </a:pPr>
            <a:r>
              <a:t>14-day 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No payment required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343400"/>
            <a:ext cx="4754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After the trial, Pro is $52 / team / month for up to 25 members, with conflict alerts plus shared calendar.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Trial terms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2468880"/>
          <a:ext cx="53336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847"/>
                <a:gridCol w="266684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Detail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length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Payment during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tested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Pro: 25 members, conflict alerts +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 after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09360" y="498348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Suggested trial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49240"/>
            <a:ext cx="533369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Days 1–3: import availability · Days 4–10: schedule and resolve flagged conflicts · Days 11–14: review approval history and decide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all figures synthetic. Suggested trial plan is illustrative.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