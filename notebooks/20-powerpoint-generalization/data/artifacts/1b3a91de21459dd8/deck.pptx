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 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</c:v>
                </c:pt>
                <c:pt idx="1">
                  <c:v>26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units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Inv.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</c:v>
                </c:pt>
                <c:pt idx="1">
                  <c:v>134</c:v>
                </c:pt>
                <c:pt idx="2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Reorder Protocol —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For junior warehouse personnel  •  A simple reorder-point rule: logic, worked example, and practice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1118311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 — explain the logic, work through an example, then complete a short practice exercise (answer on Slide 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What you will be able to 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06324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Skill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State the two formulas and the ORDER / WAIT 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from demand, lead time,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and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process without skipping a step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5–8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3063240"/>
            <a:ext cx="3959352" cy="82296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1546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WHEN?  At each daily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3977639"/>
            <a:ext cx="3959352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0690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 ORDER  or  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4892040"/>
            <a:ext cx="3959352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9834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Always label units (units,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All data in this deck are synthetic and for training only.  • 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Rule — Two Formulas,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Calculate both quantities first. Only then compare them.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5486400" cy="12344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①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= daily demand × lead time (days)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② 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80360"/>
          <a:ext cx="72237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a new order arrives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against variability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/ allocated to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955279" y="2880360"/>
            <a:ext cx="3730752" cy="283464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364992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DECISION RULE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Place an order when: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Inventory position  ≤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Otherwise: WAIT and review again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Key point: compare inventory position (not on-hand alone) with the reorder point.  •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Worked Example — Calculating the Reorder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Daily demand 18 units/day  •  Lead time 6 days  •  Safety stock 26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 + 26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(18 × 6) + 26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389120"/>
            <a:ext cx="5852160" cy="13258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98848"/>
            <a:ext cx="5394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Check the units: (units/day × days) = units.  Then units + units =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Safety stock is added once — it is NOT multiplied by lead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29400" y="1783080"/>
          <a:ext cx="5056632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629400" y="5257800"/>
            <a:ext cx="5056632" cy="457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5330952"/>
            <a:ext cx="5056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REORDER POINT  =  134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108 units cover expected use while waiting; 26 units are the buffer. Together they set the trigger.  •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Position — Order or Wait?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Same item as Slide 3. Reorder point = 134 units. Now read today's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Quantity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Sign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 (already coming)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 (promised out)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= 126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52628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 / sizing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vs.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?  Yes — 5 below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234 − 129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Position, trigger and target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29400" y="1783080"/>
          <a:ext cx="5056632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629400" y="5074920"/>
            <a:ext cx="505663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5166360"/>
            <a:ext cx="46908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DECISION: ORDER 105 units  →  target position 234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On-order (20) and committed (17) are preserved in the calculation — never drop them.  •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Daily Process — A Connected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Run the same sequence every day, in order. Do not jump straight to the comparison.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2  Calculate inventory 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4  ORDER if at / below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971800"/>
          <a:ext cx="6949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record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Read counts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On-hand, on-order,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numbers, in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Calculate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Compare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→ ORDER to target. No →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or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26679" y="2971800"/>
            <a:ext cx="3959352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108960"/>
            <a:ext cx="35935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IF AT / BELOW  → 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297680"/>
            <a:ext cx="3959352" cy="114300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434840"/>
            <a:ext cx="35935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OTHERWISE  → 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↺ return to next daily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5440680"/>
            <a:ext cx="0" cy="36576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45920" y="5806440"/>
            <a:ext cx="804672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45920" y="2834640"/>
            <a:ext cx="0" cy="297180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5870448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WAIT loop: no order today — repeat Steps 1–3 tomorrow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Exercise — You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Work it out before turning the page. The answer is revealed at the top of Slide 7.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694944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92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EXERCISE:  At today's review, should you ORDER or WAIT?  Show the comparison and the gap in units.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5176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3484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Write here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Compare: 146  ?  134  ( ≤  or  &gt; 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= 146 − 134 = ____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Decision: ORDER / WAIT (circle one)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44805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502152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HINTS — no answer yet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Use the rule from Slide 2 exactly as written.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"At or below" the trigger means ≤.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State the gap with its unit: "___ units above / below".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Do not use on-hand alone — you are given the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Commit to an answer now. Check yourself on the next slide.  •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Answer, Then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First: the reveal for Slide 6. Then: three errors to avoid every day.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371600"/>
            <a:ext cx="1118311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ANSWER (Slide 6):  WAIT  —  position 146 units is 12 units above the 134-unit trigger  (146 − 134 = 12;  146 &gt; 134).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06040"/>
          <a:ext cx="111831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754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 — do NOT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 this instead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already on-order and stock committed out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 one-off buffer in units, not a per-day rate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(demand × lead time) +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 = target position −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1616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If you answered WAIT with a 12-unit gap, your logic matches the protocol. If not, re-run Slides 2 and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Before You Order — 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Tick each line in order. Then locate today's position on the number 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 before ordering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looks like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 on every input and result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units, units/day and days are not mixed up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 (add on-order)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Nothing already coming is ordered twice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stock is not counted as available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trigger: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only if Yes; otherwise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Annotated number line (units) — worked example (129), trigger (134), practice position (146), target (234)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17720"/>
            <a:ext cx="2468880" cy="38404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4617720"/>
            <a:ext cx="8412480" cy="384048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90872"/>
            <a:ext cx="2468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ORDER zone  ≤134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690872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WAIT zone  &gt;134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257800"/>
            <a:ext cx="108813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512064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507492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77639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51008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57400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129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Position →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114800"/>
            <a:ext cx="1280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134 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146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546811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234 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(order 105)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Decision to remember: position ≤ 134 units → ORDER up to target; position &gt; 134 units → WAIT until tomorrow's review.  •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