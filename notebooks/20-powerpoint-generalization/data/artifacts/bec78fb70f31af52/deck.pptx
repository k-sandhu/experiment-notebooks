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Requests in window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9000</c:v>
                </c:pt>
                <c:pt idx="1">
                  <c:v>8000</c:v>
                </c:pt>
                <c:pt idx="2">
                  <c:v>1000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548640"/>
            <a:ext cx="210312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896112"/>
            <a:ext cx="137160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1243584"/>
            <a:ext cx="82296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01  SUMMARY  |  FICTIONAL INCIDENT  |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87782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09:00–10:06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A9ADC1"/>
                </a:solidFill>
                <a:latin typeface="Calibri"/>
              </a:defRPr>
            </a:pPr>
            <a:r>
              <a:t>Errors rose after the 09:00 deployment; rollback restored the baseline error rate by 10:06.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66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Incident window, 09:00–10:06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2044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Requests in the window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Failed requests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1540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Of requests failed (1,000 ÷ 9,000)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" y="5852160"/>
            <a:ext cx="10789920" cy="640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852160"/>
            <a:ext cx="109728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916168"/>
            <a:ext cx="1042416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Status: recovery verified  |  preventing recurrence still depends on 2 planned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02 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1 in 9 requests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Request counts in the incident window, 09:00–10:06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86000"/>
          <a:ext cx="67665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Succeeded = 9,000 − 1,000 = 8,000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840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017520"/>
            <a:ext cx="3840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of requests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429000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1,000 ÷ 9,000 = 11.1%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114800"/>
            <a:ext cx="3840480" cy="182880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4114800"/>
            <a:ext cx="128016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34747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Counts are requests, not users. Distinct affected users are unknown.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03 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66 minutes from deployment to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1520" y="3931920"/>
            <a:ext cx="10698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6656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920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3275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4805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9377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2657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9464" y="233172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278892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508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44805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9377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33172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278892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75136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480560"/>
            <a:ext cx="2103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10:06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937760"/>
            <a:ext cx="2103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Error rate back at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 → alert 8 min  |  alert → rollback start 27 min  |  rollback 13 min  |  rollback complete → baseline 18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04  ERROR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Sampled error rate peaked at 25% at 09:30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Error rate (% of requests) at each of six sample times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86000"/>
          <a:ext cx="749807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8833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Peak sample, 09:30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20040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338328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5137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Last sample, 10:15 (after window closed)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466344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503920" y="4892040"/>
            <a:ext cx="3108960" cy="132588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956048"/>
            <a:ext cx="2880360" cy="12070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Point-in-time samples, not the window-wide rate: 11.1% = 1,000 ÷ 9,000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05 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Observed is not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20440" cy="3566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Connection pool saturation after the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Recovery after the rollback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3840480"/>
            <a:ext cx="27432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43400" y="2194560"/>
            <a:ext cx="3520440" cy="356616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Plausible, not confirmed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4114800"/>
            <a:ext cx="27432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38160" y="2468880"/>
            <a:ext cx="3520440" cy="3566160"/>
          </a:xfrm>
          <a:prstGeom prst="rect">
            <a:avLst/>
          </a:prstGeom>
          <a:solidFill>
            <a:srgbClr val="161827"/>
          </a:solidFill>
          <a:ln>
            <a:solidFill>
              <a:srgbClr val="5A5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NOT YET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0896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Causal load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Needed to confirm or reject the hypothesis (Owner B, by day 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Conclusion: the link to deployment and rollback is observed; the root cause is not yet established.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06 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Roll back first, then verify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42032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84064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9744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51775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Verify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7455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19488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Retrospective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45167" y="2697479"/>
            <a:ext cx="27432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First alert fires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09:35–09:48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Rollback executed (13 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10:06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Error rate confirmed at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After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Review and follow-up 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37760"/>
            <a:ext cx="5394960" cy="118872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ON-CALL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4068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Handles the rollback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937760"/>
            <a:ext cx="5394960" cy="118872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93776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292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44068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Verification comes after rollback: baseline can only be confirmed once the rollback is complete.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07 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 of 3 actions complete; 2 still planned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7863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7863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Sorted by deadline. The load test checks the retry-amplification hypothesis; the retry cap targets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11680"/>
            <a:ext cx="26517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779776"/>
            <a:ext cx="26517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Complete: saturation alert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3291840"/>
            <a:ext cx="26517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0" y="3566160"/>
            <a:ext cx="26517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334256"/>
            <a:ext cx="26517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Planned: load test, retry cap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4846320"/>
            <a:ext cx="26517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961120" y="5120640"/>
            <a:ext cx="26517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5349240"/>
            <a:ext cx="19202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08 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Three lessons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011680"/>
            <a:ext cx="9418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Separate observed evidence from the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87168"/>
            <a:ext cx="94183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Pool saturation and recovery after rollback are observed; retry amplification stays unproven until the causal load test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2900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9052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Failed requests are not affected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904487"/>
            <a:ext cx="90525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1,000 of 9,000 requests failed (11.1%). The number of distinct affected users is unknown.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84632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84632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846320"/>
            <a:ext cx="8686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Recovered is not the same as prevented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321808"/>
            <a:ext cx="8686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Baseline was verified at 10:06. Preventing recurrence depends on the planned load test (day 7) and retry cap (day 10).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6355080"/>
            <a:ext cx="21031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