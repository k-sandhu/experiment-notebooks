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Reported duplicated work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Pilot survey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Remaining teams</c:v>
                </c:pt>
              </c:strCache>
            </c:strRef>
          </c:tx>
          <c:spPr>
            <a:solidFill>
              <a:srgbClr val="D9D9D9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Pilot survey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44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Stage count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1300</c:v>
                </c:pt>
                <c:pt idx="1">
                  <c:v>450</c:v>
                </c:pt>
                <c:pt idx="2">
                  <c:v>200</c:v>
                </c:pt>
                <c:pt idx="3">
                  <c:v>92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01 /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TeamLedger: scheduling for small teams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459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A fictional scheduling tool for leaders evaluating how availability, conflicts and approvals could fit their team’s operations.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46888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Operational need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TeamLedger feature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What to evaluate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Avoid repeated availability entry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Availability import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How availability would enter your scheduling process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Identify overlapping shifts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How the team would review and resolve conflicts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Keep a record of schedule approval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history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Who approves schedules and how decisions are recorded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892040"/>
            <a:ext cx="11155680" cy="1143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698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ASSESS THE WORKFLOW, THEN TRY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10698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Start a 14-day Pro trial. No payment required. Pro is $59/team/month after the trial.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Fictional product. All data and performance numbers are synthetic; no customer testimonials.  |  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02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Duplicated scheduling work is a pilot concern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45920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Synthetic pilot survey • unit: teams • n = 110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94560"/>
          <a:ext cx="6400800" cy="3154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360920" y="1645920"/>
            <a:ext cx="4297680" cy="14173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783080"/>
            <a:ext cx="38404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0000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468880"/>
            <a:ext cx="3840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66 ÷ 110 teams reported duplication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60920" y="3291840"/>
          <a:ext cx="42976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</a:tblGrid>
              <a:tr h="51435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Survey accounting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Teams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Reported duplicated work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Remaining: 110 − 66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 surveyed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57784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Evaluation implication: examine where your team repeats scheduling work. This synthetic survey count is not a market-size estimate or evidence of product impact.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All data are synthetic. “Remaining teams” is the arithmetic complement of the reported count.  |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03 /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Resolve conflicts before approving the schedule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4592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Read left to right. A flagged conflict takes the review loop before approval.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423160"/>
            <a:ext cx="1920240" cy="914400"/>
          </a:xfrm>
          <a:prstGeom prst="rect">
            <a:avLst/>
          </a:prstGeom>
          <a:solidFill>
            <a:srgbClr val="EEEEEE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1737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1. Import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availability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2880360"/>
            <a:ext cx="32004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743200" y="2423160"/>
            <a:ext cx="1828800" cy="914400"/>
          </a:xfrm>
          <a:prstGeom prst="rect">
            <a:avLst/>
          </a:prstGeom>
          <a:solidFill>
            <a:srgbClr val="EEEEEE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560320"/>
            <a:ext cx="16459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2. Flag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conflicts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2880360"/>
            <a:ext cx="41148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983480" y="2423160"/>
            <a:ext cx="1554480" cy="9144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2560320"/>
            <a:ext cx="13716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Conflict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present?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37960" y="2880360"/>
            <a:ext cx="64008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37960" y="2423160"/>
            <a:ext cx="6400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No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2423160"/>
            <a:ext cx="1920240" cy="914400"/>
          </a:xfrm>
          <a:prstGeom prst="rect">
            <a:avLst/>
          </a:prstGeom>
          <a:solidFill>
            <a:srgbClr val="EEEEEE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2560320"/>
            <a:ext cx="1737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3. Approve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schedule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98280" y="2880360"/>
            <a:ext cx="64008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738360" y="2423160"/>
            <a:ext cx="1920240" cy="914400"/>
          </a:xfrm>
          <a:prstGeom prst="rect">
            <a:avLst/>
          </a:prstGeom>
          <a:solidFill>
            <a:srgbClr val="EEEEEE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2560320"/>
            <a:ext cx="1737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4. Notify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0720" y="3337560"/>
            <a:ext cx="0" cy="11887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89320" y="3703320"/>
            <a:ext cx="1920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Yes ↓ review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4572000" y="4526280"/>
            <a:ext cx="118872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743200" y="4069080"/>
            <a:ext cx="1828800" cy="9144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4206240"/>
            <a:ext cx="16459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Review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availability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463040" y="4526280"/>
            <a:ext cx="128016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463040" y="3337560"/>
            <a:ext cx="0" cy="11887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5303520"/>
            <a:ext cx="111556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Loop: review availability → update/import availability → recheck conflicts.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Approval history records who approved the schedule; notification follows approval.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Fictional intended workflow. All data are synthetic.  |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04 / 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Choose by team size and need for conflict alerts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4592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Listed prices are per team, per month. Enterprise pricing requires a sales conversation.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94560"/>
          <a:ext cx="11155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334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Comparison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Monthly price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$21/team/month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$59/team/month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Member limit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 members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40 members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specified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Calendar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Calendar 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specified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listed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specified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Evaluation route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Assess calendar needs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14-day trial; no payment required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623560"/>
            <a:ext cx="11155680" cy="5486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715000"/>
            <a:ext cx="10789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Pro vs. Starter: +$38/team/month and +35 members of capacity, with conflict alerts listed.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Fictional plan terms. Unspecified features and Enterprise capacity require clarification. All data are synthetic.  |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05 /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92 paid teams from 200 trial starts: 46.0%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45920"/>
            <a:ext cx="5852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Synthetic funnel • unit: count at each stage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94560"/>
          <a:ext cx="585216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0" y="2194560"/>
          <a:ext cx="4983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160"/>
                <a:gridCol w="1661160"/>
                <a:gridCol w="166116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Stage transition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Arithmetic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Rate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 → signup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450 ÷ 1,300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34.6%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Signup → trial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200 ÷ 450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Trial → paid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92 ÷ 200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46.0%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 → paid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92 ÷ 1,300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7.1%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675120" y="4709160"/>
            <a:ext cx="4983480" cy="10058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4846320"/>
            <a:ext cx="46177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108 trial starts did not reach paid status in this funnel: 200 − 92 = 108, or 54.0%.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These counts describe a synthetic funnel; they do not establish causal product impact.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All data are synthetic. Rates are rounded to one decimal place; counts are exact.  |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06 /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Evaluate three practical scheduling capabilities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4592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Use a representative schedule during the trial to assess fit with your team’s work.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9456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77724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Capability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Intended benefit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Suggested trial check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Availability import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Reduces manual re-entry of availability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Import representative availability and review the resulting entries.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Surface overlapping shifts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 an overlapping shift and check how the conflict is surfaced.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history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Records who approved a schedule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Approve a schedule and inspect the recorded approver.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532120"/>
            <a:ext cx="11155680" cy="64008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Evidence boundary: no quantified time-saving claim is provided.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Fictional capabilities and suggested evaluation checks. All data are synthetic.  |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07 /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Week 7 launch requires beta feedback and security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4592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Proposed launch schedule • unit: week • beta and security review overlap in weeks 2–3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94560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460"/>
                <a:gridCol w="1394460"/>
                <a:gridCol w="1394460"/>
                <a:gridCol w="1394460"/>
                <a:gridCol w="1394460"/>
                <a:gridCol w="1394460"/>
                <a:gridCol w="1394460"/>
                <a:gridCol w="139446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Workstream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 1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 2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 3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 4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 5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 6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 7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Beta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Security review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Support training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Launch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Launch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937760"/>
            <a:ext cx="6995160" cy="777240"/>
          </a:xfrm>
          <a:prstGeom prst="rect">
            <a:avLst/>
          </a:prstGeom>
          <a:solidFill>
            <a:srgbClr val="EEEEEE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2064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Beta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5120640"/>
            <a:ext cx="731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512064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Security review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79" y="5326380"/>
            <a:ext cx="914401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412480" y="4937760"/>
            <a:ext cx="3246120" cy="77724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5120640"/>
            <a:ext cx="2880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Week 7 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Both inputs are required for launch. Support training remains scheduled for week 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Fictional launch plan. All data are synthetic. “—” indicates no activity specified for that workstream.  |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08 / INVITATION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Start a 14-day Pro trial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645920"/>
            <a:ext cx="11155680" cy="10972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14 DAYS  /  NO PAYMENT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98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After the trial, Pro is $59/team/month. Pro supports up to 40 members.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01752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54864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Trial step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What your team evaluates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 Import availability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Whether the import reduces repeated entry in your scheduling process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 Review conflicts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Whether overlapping shifts are surfaced for review before approval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 Approve and notify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Whether approval history and the notification workflow fit team operations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440680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Decision: does the workflow fit your team at $59/team/month?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Bring one representative schedule and evaluate import, conflict review and approval 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Fictional product and invitation. All data are synthetic; no quantified time savings are promised.  |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