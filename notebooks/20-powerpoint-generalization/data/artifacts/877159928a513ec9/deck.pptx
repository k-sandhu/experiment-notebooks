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STOCKROOM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Know when it is time to reorder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1691640"/>
            <a:ext cx="84399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A simple rule for new stockroom coordinators—one you can apply during every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43032" cy="24231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01 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26974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Learn the trigger and the stock measure to compare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02  Work it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611880"/>
            <a:ext cx="26974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Follow one item from its daily demand to its order quantity.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063240"/>
            <a:ext cx="3246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03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611880"/>
            <a:ext cx="32461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Make a reorder decision, then check your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486400"/>
            <a:ext cx="9921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Your goal: calculate the position, check the trigger, choose ORDER or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Calculate two numbers. Compare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43032" cy="1188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1. Set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947672"/>
            <a:ext cx="7635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9966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Demand during the wait uses stock. Safety stock adds a buffer. The result is a trigger in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543032" cy="9601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057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2. Find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023360"/>
            <a:ext cx="7635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10543032" cy="9601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8E7"/>
                </a:solidFill>
                <a:latin typeface="Georgia"/>
              </a:defRPr>
            </a:pPr>
            <a:r>
              <a:t>ORDER when inventory position ≤ reorder point. Otherwise,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≤ means less than or equal to.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Build the reorder point,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15 units/day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331720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331720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STEP 1  Cover demand during the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6217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A3B2A"/>
                </a:solidFill>
                <a:latin typeface="Georgia"/>
              </a:defRPr>
            </a:pPr>
            <a:r>
              <a:t>15 units/day × 5 days = 75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STEP 2  Add the safety stock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6217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A3B2A"/>
                </a:solidFill>
                <a:latin typeface="Georgia"/>
              </a:defRPr>
            </a:pPr>
            <a:r>
              <a:t>75 units + 22 units = 97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383280"/>
            <a:ext cx="3593592" cy="24231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61188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8E7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11480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8E7"/>
                </a:solidFill>
                <a:latin typeface="Georgia"/>
              </a:defRPr>
            </a:pPr>
            <a:r>
              <a:t>97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0292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8E7"/>
                </a:solidFill>
                <a:latin typeface="Georgia"/>
              </a:defRPr>
            </a:pPr>
            <a:r>
              <a:t>This is the trigger for ordering.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Use the full inventory position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4846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8293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Stock measure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389120"/>
            <a:ext cx="48463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Include the 20 units already ordered; subtract the 17 units committed.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83080"/>
            <a:ext cx="5193792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645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451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A3B2A"/>
                </a:solidFill>
                <a:latin typeface="Georgia"/>
              </a:defRPr>
            </a:pPr>
            <a:r>
              <a:t>89 + 20 − 17 = 92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46451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45B3A"/>
                </a:solidFill>
                <a:latin typeface="Georgia"/>
              </a:defRPr>
            </a:pPr>
            <a:r>
              <a:t>92 &lt; 97 units →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5193792" cy="155448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TARGET POSITION: 197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6451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197 − 92 = 105 units to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32120"/>
            <a:ext cx="4645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Check: 92 + 105 = 197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4846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97 is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105 is this example’s order quantity.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counts and calculations are in units.  •  All data are synthetic.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Follow the decision from counts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83464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24688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1880" y="2514600"/>
            <a:ext cx="6400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51960" y="1828800"/>
            <a:ext cx="338328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93392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2.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− committed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514600"/>
            <a:ext cx="6400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828800"/>
            <a:ext cx="3136392" cy="137160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993392"/>
            <a:ext cx="27706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3.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48088" y="3200400"/>
            <a:ext cx="0" cy="50292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703320"/>
            <a:ext cx="3995928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3703320"/>
            <a:ext cx="0" cy="77724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48088" y="3703320"/>
            <a:ext cx="0" cy="77724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0" y="3867912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At or below the trigger (≤)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67912"/>
            <a:ext cx="2971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Above the trigger (&gt;)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480560"/>
            <a:ext cx="3383280" cy="11430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617720"/>
            <a:ext cx="2926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Use the target to size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480560"/>
            <a:ext cx="3136392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617720"/>
            <a:ext cx="26791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Review again next day.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5623560"/>
            <a:ext cx="0" cy="41148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194560" y="6035040"/>
            <a:ext cx="7653528" cy="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94560" y="3200400"/>
            <a:ext cx="0" cy="283464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251960"/>
            <a:ext cx="292608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6644E"/>
                </a:solidFill>
                <a:latin typeface="Georgia"/>
              </a:defRPr>
            </a:pPr>
            <a:r>
              <a:t>Return to 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6644E"/>
                </a:solidFill>
                <a:latin typeface="Georgia"/>
              </a:defRPr>
            </a:pPr>
            <a:r>
              <a:t>at the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6644E"/>
                </a:solidFill>
                <a:latin typeface="Georgia"/>
              </a:defRPr>
            </a:pPr>
            <a:r>
              <a:t>daily review.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Read left to right, then follow the matching branch.  •  All data are synthetic.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Would you order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91640"/>
            <a:ext cx="98115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The inventory position has already been calculated. Use it to make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60604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33756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109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260604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83464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333756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97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1. Choose ORDER or WAIT.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2. Explain your choice using the difference in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06440"/>
            <a:ext cx="9811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45B3A"/>
                </a:solidFill>
                <a:latin typeface="Georgia"/>
              </a:defRPr>
            </a:pPr>
            <a:r>
              <a:t>Pause here. The answer is on the next slide.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Practice exercise  •  All data are synthetic.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 ANSWER  / 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WAIT: the position is above the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10451592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47088"/>
            <a:ext cx="9902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8E7"/>
                </a:solidFill>
                <a:latin typeface="Georgia"/>
              </a:defRPr>
            </a:pPr>
            <a:r>
              <a:t>109 − 97 = 12 units above the trigger. WAIT; review again next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10268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Keep these three distinctions 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3264408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8072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Use the full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26280"/>
            <a:ext cx="2807208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Do not compare on-hand alone. Add on-order and subtract committed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3611880"/>
            <a:ext cx="3264408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794760"/>
            <a:ext cx="28072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Add safety stock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526280"/>
            <a:ext cx="2807208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daily demand by days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611880"/>
            <a:ext cx="3264408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794760"/>
            <a:ext cx="28072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Separate when and 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526280"/>
            <a:ext cx="2807208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A larger reorder point is still a trigger. It does not tell you the order quantity.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KEEP THIS CHECKLIST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297680" cy="42519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3749039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Use units/day × days, then add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2. Include existing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3749039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Position ≤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ORDER. Otherwise,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828800"/>
            <a:ext cx="5715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Read the decision on a number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468880"/>
            <a:ext cx="5715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Compare inventory 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97-unit trigger from our example.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3794760"/>
            <a:ext cx="3193084" cy="0"/>
          </a:xfrm>
          <a:prstGeom prst="line">
            <a:avLst/>
          </a:prstGeom>
          <a:ln w="508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53804" y="3794760"/>
            <a:ext cx="2073860" cy="0"/>
          </a:xfrm>
          <a:prstGeom prst="line">
            <a:avLst/>
          </a:prstGeom>
          <a:ln w="3810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3675887"/>
            <a:ext cx="0" cy="256033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53804" y="3383280"/>
            <a:ext cx="0" cy="64008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27664" y="3675887"/>
            <a:ext cx="0" cy="256033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32120" y="411480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114800"/>
            <a:ext cx="17190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97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4114800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937760"/>
            <a:ext cx="30175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At or below 97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103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Above 97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5806440"/>
            <a:ext cx="5715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6644E"/>
                </a:solidFill>
                <a:latin typeface="Georgia"/>
              </a:defRPr>
            </a:pPr>
            <a:r>
              <a:t>Number line shows inventory position in units.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Repeat the check at each daily review.  •  All data are synthetic.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