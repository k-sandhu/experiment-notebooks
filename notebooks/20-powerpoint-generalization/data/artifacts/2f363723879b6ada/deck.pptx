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Total requests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9000</c:v>
                </c:pt>
                <c:pt idx="1">
                  <c:v>7820</c:v>
                </c:pt>
                <c:pt idx="2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32720" y="0"/>
            <a:ext cx="1858975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2331720"/>
            <a:ext cx="1036015" cy="822960"/>
          </a:xfrm>
          <a:prstGeom prst="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6459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786384"/>
            <a:ext cx="82296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9509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INCIDENT SUMMARY · FICTIONAL SERVICE ·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960120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Service interruption, 09:00–10:14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74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Deployment (09:00) to error-rate baseline (10:14)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4340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Requests failed: 1,180 of 9,000 in the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657600"/>
            <a:ext cx="109728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566160"/>
            <a:ext cx="34747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D700"/>
                </a:solidFill>
                <a:latin typeface="Calibri"/>
              </a:defRPr>
            </a:pPr>
            <a:r>
              <a:t>Recovered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343400"/>
            <a:ext cx="34747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Rollback complete 09:48; baseline verified 10:14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109728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10698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Bottom line: rollback restored service. Root cause is still a hypothesis (retry amplification) until a causal load test is completed.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1,180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Requests in the 09:00–10:14 window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423160"/>
          <a:ext cx="60350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086600" y="2011680"/>
            <a:ext cx="109728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828800"/>
            <a:ext cx="4297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108960"/>
            <a:ext cx="4297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of requests failed in the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566160"/>
            <a:ext cx="4297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1,180 failed ÷ 9,000 total = 13.1%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7,820 succeeded = 86.9%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4617720"/>
            <a:ext cx="4553712" cy="1783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4709160"/>
            <a:ext cx="4206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5120640"/>
            <a:ext cx="42062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Counts are requests, not people. Distinct affected users are unknown — do not report 1,180 as users impacted.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74 minutes, deploy to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A8FA8"/>
                </a:solidFill>
                <a:latin typeface="Calibri"/>
              </a:defRPr>
            </a:pPr>
            <a:r>
              <a:t>Scale: minutes after 09:00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840480"/>
            <a:ext cx="10332720" cy="0"/>
          </a:xfrm>
          <a:prstGeom prst="line">
            <a:avLst/>
          </a:prstGeom>
          <a:ln w="762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800953" y="3712463"/>
            <a:ext cx="1815998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3780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0166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72937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88936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19104" y="3712463"/>
            <a:ext cx="25603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77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09:17  +17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2608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377440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09:48  +48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2926080"/>
            <a:ext cx="23774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11480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09:08  +8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466344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114800"/>
            <a:ext cx="21945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09:35  +35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663440"/>
            <a:ext cx="21945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begins (13 min to complete)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11480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10:14  +74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66344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Error rate back to baseline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15584"/>
            <a:ext cx="1078992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Intervals: detect 8 min · alert→investigate 9 · investigate→rollback 18 · rollback 13 · rollback→baseline 26 = 74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Error rate peaked at 25% at 09:30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73152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Observed error rate at each timestamp (% of requests)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377440"/>
          <a:ext cx="73152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2011680"/>
            <a:ext cx="109728" cy="4389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9202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READ THIS CORRECTLY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23160"/>
            <a:ext cx="31089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Six point observations: 2 → 18 → 25 → 14 → 4 → 1%.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611880"/>
            <a:ext cx="31089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Not the window-wide rate. Across the full window, 1,180 of 9,000 requests failed (13.1%).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5120640"/>
            <a:ext cx="310896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The 10:15 reading (1%) falls just after the window ended at 10:14.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What we saw vs. what we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5394960" cy="3291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846320" cy="2468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Connection pool saturation after the 09:00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Recovery after the rollback (complete 09:48; baseline 10:14).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560320"/>
            <a:ext cx="5285232" cy="29260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743200"/>
            <a:ext cx="4754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46120"/>
            <a:ext cx="475488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Plausible, but not yet tested.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109728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15584"/>
            <a:ext cx="1069848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Status: causal load test not yet completed — root cause is unconfirmed.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Response: roll back, then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4436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4648" y="2286000"/>
            <a:ext cx="182880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4927" y="2286000"/>
            <a:ext cx="182880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65208" y="2286000"/>
            <a:ext cx="1828800" cy="1280160"/>
          </a:xfrm>
          <a:prstGeom prst="rect">
            <a:avLst/>
          </a:prstGeom>
          <a:solidFill>
            <a:srgbClr val="1A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53288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7316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13448" y="2926080"/>
            <a:ext cx="411479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8" y="2926080"/>
            <a:ext cx="411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552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1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2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3 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514600"/>
            <a:ext cx="16459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4 Verify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514600"/>
            <a:ext cx="1737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5 Retrospective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09:08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09:35–09:48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10:14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3657600"/>
            <a:ext cx="1828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CCD8"/>
                </a:solidFill>
                <a:latin typeface="Calibri"/>
              </a:defRPr>
            </a:pPr>
            <a:r>
              <a:t>After recovery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" y="4480560"/>
            <a:ext cx="109728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ON-CALL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92040"/>
            <a:ext cx="48463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Handles the rollback.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80560"/>
            <a:ext cx="109728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434840"/>
            <a:ext cx="49377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892040"/>
            <a:ext cx="4937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Authorizes restoration. Verification follows rollback, never precedes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1 of 3 actions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229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Follow-up actions, sorted by deadline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2316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6858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C2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869680" y="2423160"/>
            <a:ext cx="109728" cy="2743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2331720"/>
            <a:ext cx="2560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2 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429000"/>
            <a:ext cx="256032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load test (day 7) and retry cap (day 12) are not done. Recurrence risk remains open.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CCD8"/>
                </a:solidFill>
                <a:latin typeface="Calibri"/>
              </a:defRPr>
            </a:pPr>
            <a:r>
              <a:t>The load test (day 7) lands 5 days before the retry cap (day 12): use it to confirm or reject retry amplification before treating the cap as the 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332720" y="4754880"/>
            <a:ext cx="1858975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3703320"/>
            <a:ext cx="1036015" cy="822960"/>
          </a:xfrm>
          <a:prstGeom prst="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64008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Separate observed evidence (pool saturation, recovery after rollback) from the root-cause hypothesis (retry amplification).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200400"/>
            <a:ext cx="8229600" cy="0"/>
          </a:xfrm>
          <a:prstGeom prst="line">
            <a:avLst/>
          </a:prstGeom>
          <a:ln w="38100">
            <a:solidFill>
              <a:srgbClr val="2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38328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42900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Preserve the distinction between failed requests (1,180 of 9,000) and affected people (unknown).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4480560"/>
            <a:ext cx="8229600" cy="0"/>
          </a:xfrm>
          <a:prstGeom prst="line">
            <a:avLst/>
          </a:prstGeom>
          <a:ln w="38100">
            <a:solidFill>
              <a:srgbClr val="2A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663440"/>
            <a:ext cx="1097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09160"/>
            <a:ext cx="8229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Recovery is verified (baseline at 10:14). Preventing recurrence still depends on planned work: load test (day 7) and retry cap (day 12).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