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YOU'RE INVITED  •  FICTIONAL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1323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Bring 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Let's fix it —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6675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7474F"/>
                </a:solidFill>
                <a:latin typeface="Arial"/>
              </a:defRPr>
            </a:pPr>
            <a:r>
              <a:t>A neighborhood Repair Café where local residents bring one small household item, learn alongside volunteers, and see what can be repaired.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03320"/>
            <a:ext cx="2057400" cy="566928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783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Events: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822191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Sign up by the end of Week 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4617720"/>
            <a:ext cx="6309360" cy="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846320"/>
            <a:ext cx="6766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Everyone is welcome — as a participant with an item, or as a volunteer. No experience needed to take 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64008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822960"/>
            <a:ext cx="28346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WHO CAN JOIN?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Local residents — bring an item or lend a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331720"/>
            <a:ext cx="3154680" cy="1417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514600"/>
            <a:ext cx="2560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HOW IT FLOWS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Arrive → assess → repair together → follow 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023360"/>
            <a:ext cx="3474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06240"/>
            <a:ext cx="28346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WANT TO HELP?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Volunteer in welcome, repair support, or safety check.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Fictional campaign • All data are synthetic • No repair is guaranteed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162 seats across four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132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46E7A"/>
                </a:solidFill>
                <a:latin typeface="Arial"/>
              </a:defRPr>
            </a:pPr>
            <a:r>
              <a:t>Pick the session that suits you — every session lasts 2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67665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Seats per session  (seats)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788920"/>
          <a:ext cx="621792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2148840"/>
            <a:ext cx="3566160" cy="1600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377440"/>
            <a:ext cx="29260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162 seats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023360"/>
            <a:ext cx="324612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251960"/>
            <a:ext cx="26517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THE MATH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45 + 39 + 31 + 47 = 162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4 sessions × 2 hours = 8 event-hours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7474F"/>
                </a:solidFill>
                <a:latin typeface="Arial"/>
              </a:defRPr>
            </a:pPr>
            <a:r>
              <a:t>Walk-ins are welcome within session capacity — signing up helps us plan.  →  See slide 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37 neighbors, 111 volunteer-hours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8404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32004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7043"/>
                </a:solidFill>
                <a:latin typeface="Arial"/>
              </a:defRPr>
            </a:pPr>
            <a:r>
              <a:t>37 volunteers  ×  3 hours each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7043"/>
                </a:solidFill>
                <a:latin typeface="Arial"/>
              </a:defRPr>
            </a:pPr>
            <a:r>
              <a:t>=  111 volunteer-hours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83080"/>
            <a:ext cx="62179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7474F"/>
                </a:solidFill>
                <a:latin typeface="Arial"/>
              </a:defRPr>
            </a:pPr>
            <a:r>
              <a:t>You don't need to be a specialist to help.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7474F"/>
                </a:solidFill>
                <a:latin typeface="Arial"/>
              </a:defRPr>
            </a:pPr>
            <a:r>
              <a:t>Training is in Week 2, and every role supports the others.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33832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  • 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Greet arrivals, check people in, explain how the session 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03320"/>
            <a:ext cx="3383280" cy="19202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931920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2  •  REPAIR SUPPORT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Work alongside participants to assess and attempt fixes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474720"/>
            <a:ext cx="333756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703320"/>
            <a:ext cx="27432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3  •  SAFETY CHECK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Look over items and work areas before and after each repair attempt.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3291840"/>
            <a:ext cx="3840480" cy="22860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8120" y="4663440"/>
            <a:ext cx="365759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576072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No specialist qualification is implied by any volunteer role.  Volunteer sign-up closes at the end of Week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A small, transparent $3,160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858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E7A"/>
                </a:solidFill>
                <a:latin typeface="Arial"/>
              </a:defRPr>
            </a:pPr>
            <a:r>
              <a:t>Every dollar is listed below. Nothing is hidden in a footnote.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69494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3774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$3,160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2103120"/>
            <a:ext cx="3520440" cy="15087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2304288"/>
            <a:ext cx="2880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SUM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$1,270 + $950 + $640 + $300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=  $3,160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886200"/>
            <a:ext cx="3337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4069080"/>
            <a:ext cx="2743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PER SEAT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$3,160 ÷ 162 seats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≈  $19.51 per seat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7474F"/>
                </a:solidFill>
                <a:latin typeface="Arial"/>
              </a:defRPr>
            </a:pPr>
            <a:r>
              <a:t>Materials are the largest share ($1,270 of $3,160 ≈ 40%). Access support is now budgeted at $300 in this synthetic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Six weeks from sign-up to follow-up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2788920"/>
            <a:ext cx="960120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324612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42900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Training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+ sign-up closes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246120"/>
            <a:ext cx="1965960" cy="1417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42900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WEEK 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78308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1965960"/>
            <a:ext cx="15087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WEEK 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Follow-up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1 week after events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627632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58768" y="2788920"/>
            <a:ext cx="0" cy="45720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144768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94192" y="2788920"/>
            <a:ext cx="0" cy="45720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588752" y="2788920"/>
            <a:ext cx="0" cy="41148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94560" y="5074920"/>
            <a:ext cx="7772400" cy="9601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285232"/>
            <a:ext cx="71323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⚠  Week 5 events depend on BOTH Week 2 training AND Week 3 venue confirmation.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315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E7A"/>
                </a:solidFill>
                <a:latin typeface="Arial"/>
              </a:defRPr>
            </a:pPr>
            <a:r>
              <a:t>We'll assess it together, try a fix if we can, and talk through next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7889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  •  BRING ONE ITEM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One small household item per participant keeps sessions moving.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423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651760"/>
            <a:ext cx="27889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2  •  REPAIR TOGETHER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Repairs depend on the skills and parts available on the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194560"/>
            <a:ext cx="333756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423160"/>
            <a:ext cx="26974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3  •  WALK-INS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Within session capacity — North 45, East 39, South 31, West 47.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9418320" cy="12344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526280"/>
            <a:ext cx="8686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Please know:  no repair is guaranteed, and no safety certification is provided.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If we can't fix it, we'll say so — and discuss referral or next steps where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OUTCOMES  •  LAST SYNTHETIC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60.0% repaired in the synthetic 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6675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Trial outcomes  (items, of 90 assessed)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2286000"/>
          <a:ext cx="612648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691640"/>
            <a:ext cx="3749039" cy="1645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874519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REPAIR SHARE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54 ÷ 90  =  60.0%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611880"/>
            <a:ext cx="356616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794760"/>
            <a:ext cx="29260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COUNTS ADD 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54 + 22 + 14 = 90 assessed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Referred 24.4%  •  Not repairable 15.6%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46E7A"/>
                </a:solidFill>
                <a:latin typeface="Arial"/>
              </a:defRPr>
            </a:pPr>
            <a:r>
              <a:t>Last synthetic trial only — these are illustrative counts, not results from a real community. Future outcomes will vary.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63238"/>
                </a:solidFill>
                <a:latin typeface="Arial"/>
              </a:defRPr>
            </a:pPr>
            <a:r>
              <a:t>Sign up by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63238"/>
                </a:solidFill>
                <a:latin typeface="Arial"/>
              </a:defRPr>
            </a:pPr>
            <a:r>
              <a:t>end of Week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6858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46E7A"/>
                </a:solidFill>
                <a:latin typeface="Arial"/>
              </a:defRPr>
            </a:pPr>
            <a:r>
              <a:t>Events are in Week 5. Choose your path below — we'll see you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3474720" cy="17830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657600"/>
            <a:ext cx="28346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→  PARTICIPANT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Bring one small household item to a Week 5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611880"/>
            <a:ext cx="3474720" cy="178308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840480"/>
            <a:ext cx="28346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→  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Welcome, repair support, or safety check — 3 hours, training Week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822960"/>
            <a:ext cx="31546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051560"/>
            <a:ext cx="25146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AT A GLANCE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162 seats  •  4 sessions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37 volunteers  •  111 hrs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Budget  $3,160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429000"/>
            <a:ext cx="33375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657600"/>
            <a:ext cx="26974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QUESTIONS?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Contact:  Local organizer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623560"/>
            <a:ext cx="10881360" cy="0"/>
          </a:xfrm>
          <a:prstGeom prst="line">
            <a:avLst/>
          </a:prstGeom>
          <a:ln w="317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8909C"/>
                </a:solidFill>
                <a:latin typeface="Arial"/>
              </a:defRPr>
            </a:pPr>
            <a:r>
              <a:t>Fictional campaign • All data are synthetic • No guaranteed repair or safety certification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8909C"/>
                </a:solidFill>
                <a:latin typeface="Arial"/>
              </a:defRPr>
            </a:pPr>
            <a: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