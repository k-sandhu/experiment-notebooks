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42A5F5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Total requests</c:v>
                </c:pt>
                <c:pt idx="1">
                  <c:v>Succeeded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</c:v>
                </c:pt>
                <c:pt idx="1">
                  <c:v>8900</c:v>
                </c:pt>
                <c:pt idx="2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704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Simulated service disruption: what happened and what is 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Fictional service incident · window 09:00–10:06 · all data synthetic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9436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63238"/>
                </a:solidFill>
                <a:latin typeface="Arial"/>
              </a:defRPr>
            </a:pPr>
            <a:r>
              <a:t>A 09:00 deployment led to elevated request errors; rollback restored baseline by 10:06.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58521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This review recounts the sequence of events to give a shared basis for process-improvement discussion.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737360"/>
            <a:ext cx="21945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74519"/>
            <a:ext cx="1828800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66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779775"/>
            <a:ext cx="1828800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Incident window, 09:00–10:06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60" y="3383279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64040" y="2057400"/>
            <a:ext cx="224028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2194560"/>
            <a:ext cx="1874519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11.0%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099815"/>
            <a:ext cx="1874519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Requests failed (1,100 of 10,000)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46920" y="3703320"/>
            <a:ext cx="187452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60" y="4069080"/>
            <a:ext cx="23774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206240"/>
            <a:ext cx="2011680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A69A"/>
                </a:solidFill>
                <a:latin typeface="Arial"/>
              </a:defRPr>
            </a:pPr>
            <a:r>
              <a:t>1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11496"/>
            <a:ext cx="2011680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Follow-up actions complete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21040" y="5715000"/>
            <a:ext cx="201168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526280"/>
            <a:ext cx="6949440" cy="160020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45152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DISCUSSION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10912"/>
            <a:ext cx="64008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Recovery is verified. Preventing recurrence still depends on two planned actions: capping retries and a causal load 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Impact: 1,100 of 10,000 requests failed (11.0%)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Counts are requests in the 09:00–10:06 window, not distinct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035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Requests in incident window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01168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737360"/>
            <a:ext cx="4389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874519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7043"/>
                </a:solidFill>
                <a:latin typeface="Arial"/>
              </a:defRPr>
            </a:pPr>
            <a:r>
              <a:t>1,100 ÷ 10,000 = 11.0%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0"/>
            <a:ext cx="40233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Failed requests as a share of all requests in the 66-minute window. 8,900 requests succeeded.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886200"/>
            <a:ext cx="4023360" cy="228600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4023360"/>
            <a:ext cx="3657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F360C"/>
                </a:solidFill>
                <a:latin typeface="Arial"/>
              </a:defRPr>
            </a:pPr>
            <a:r>
              <a:t>Unknown: distinct affected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526280"/>
            <a:ext cx="365760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One person may account for several failed requests, so the 1,100 request count cannot be converted into a count of affected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Timeline: 66 minutes from deployment to baseline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Six key events, 09:00–10:06, positioned to scale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749039"/>
            <a:ext cx="10241280" cy="0"/>
          </a:xfrm>
          <a:prstGeom prst="line">
            <a:avLst/>
          </a:prstGeom>
          <a:ln w="381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45021" y="3749039"/>
            <a:ext cx="2017167" cy="0"/>
          </a:xfrm>
          <a:prstGeom prst="line">
            <a:avLst/>
          </a:prstGeom>
          <a:ln w="8890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361188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8995" y="361188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5284" y="361188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7861" y="3611880"/>
            <a:ext cx="274320" cy="274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5027" y="3611880"/>
            <a:ext cx="274320" cy="274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3611880"/>
            <a:ext cx="274320" cy="274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914400" y="315468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56155" y="39319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552444" y="315468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45021" y="39319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362188" y="315468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155680" y="39319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2148840"/>
            <a:ext cx="17373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Deployment released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" y="4389120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09:08 (+8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First alert fires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2324" y="2148840"/>
            <a:ext cx="1920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09:17 (+17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Investigation 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9181" y="4389120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09:35 (+35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Rollback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6348" y="2148840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09:48 (+48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Rollback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389120"/>
            <a:ext cx="22860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96B"/>
                </a:solidFill>
                <a:latin typeface="Arial"/>
              </a:defRPr>
            </a:pPr>
            <a:r>
              <a:t>10:06 (+66 min)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96B"/>
                </a:solidFill>
                <a:latin typeface="Arial"/>
              </a:defRPr>
            </a:pPr>
            <a:r>
              <a:t>Error rate at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58768"/>
            <a:ext cx="1600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796B"/>
                </a:solidFill>
                <a:latin typeface="Arial"/>
              </a:defRPr>
            </a:pPr>
            <a:r>
              <a:t>rollback: 13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10698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23560"/>
            <a:ext cx="10241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Gaps to discuss: 8 min to first alert · 9 more to start investigating · 18 more to begin rollback · 13 min rollback · 18 min until baseline confirmed (total 66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Error rate peaked at 25% at 09:30, then fell to 1% by 10:15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Six point-in-time readings, % of requests erroring;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Error rate at each reading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72237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737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828800"/>
            <a:ext cx="301752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596896"/>
            <a:ext cx="301752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Peak reading, 09:30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58200" y="3108960"/>
            <a:ext cx="301752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58200" y="3154680"/>
            <a:ext cx="3063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55A64"/>
                </a:solidFill>
                <a:latin typeface="Arial"/>
              </a:defRPr>
            </a:pPr>
            <a:r>
              <a:t>The 10:15 reading (1%) falls after baseline returned at 10:06.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4023360"/>
            <a:ext cx="3200400" cy="237744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4133087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360C"/>
                </a:solidFill>
                <a:latin typeface="Arial"/>
              </a:defRPr>
            </a:pPr>
            <a:r>
              <a:t>Not the window-wide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572000"/>
            <a:ext cx="283464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238"/>
                </a:solidFill>
                <a:latin typeface="Arial"/>
              </a:defRPr>
            </a:pPr>
            <a:r>
              <a:t>These are snapshots. The 11.0% figure is failed ÷ total requests (1,100 ÷ 10,000); averaging the six readings does not reproduce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Evidence: what we observed vs. what we suspect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Root cause stays a working hypothesis until a causal load test is 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840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96B"/>
                </a:solidFill>
                <a:latin typeface="Arial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Facts from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329184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Connection pool saturated after the 09:00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Service recovered after rollback (complete 09:48; baseline 10:06)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3840480"/>
            <a:ext cx="457200" cy="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60" y="2286000"/>
            <a:ext cx="3657600" cy="329184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4688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83464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Retry amplification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383280"/>
            <a:ext cx="310896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Retries under the new configuration may have multiplied load on the pool. Consistent with observations, but not yet demonstrated.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3108960"/>
            <a:ext cx="457200" cy="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52560" y="1828800"/>
            <a:ext cx="2560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011680"/>
            <a:ext cx="2103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377440"/>
            <a:ext cx="2148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Causal load test not yet completed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3520440"/>
            <a:ext cx="2148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55A64"/>
                </a:solidFill>
                <a:latin typeface="Arial"/>
              </a:defRPr>
            </a:pPr>
            <a:r>
              <a:t>Planned: Owner B, by day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Treat retry amplification as a working explanation, not a confirmed root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Response path: detect, triage, roll back, then verify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Baseline verification follows rollback; the service owner authorizes restoration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95681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901952"/>
            <a:ext cx="181051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71215" y="1828800"/>
            <a:ext cx="195681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901952"/>
            <a:ext cx="181051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2377440"/>
            <a:ext cx="274319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02352" y="1828800"/>
            <a:ext cx="195681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901952"/>
            <a:ext cx="181051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28032" y="237744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33488" y="1828800"/>
            <a:ext cx="195681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901952"/>
            <a:ext cx="181051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Verify baseline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59168" y="237744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564624" y="1828800"/>
            <a:ext cx="195681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1901952"/>
            <a:ext cx="181051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Retrospective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90303" y="2377440"/>
            <a:ext cx="274321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2376" y="30632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55A64"/>
                </a:solidFill>
                <a:latin typeface="Arial"/>
              </a:defRPr>
            </a:pPr>
            <a:r>
              <a:t>09:08 first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0632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55A64"/>
                </a:solidFill>
                <a:latin typeface="Arial"/>
              </a:defRPr>
            </a:pPr>
            <a:r>
              <a:t>From 09:17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0632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96B"/>
                </a:solidFill>
                <a:latin typeface="Arial"/>
              </a:defRPr>
            </a:pPr>
            <a:r>
              <a:t>09:35–09:48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30632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96B"/>
                </a:solidFill>
                <a:latin typeface="Arial"/>
              </a:defRPr>
            </a:pPr>
            <a:r>
              <a:t>Baseline at 10:06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30632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55A64"/>
                </a:solidFill>
                <a:latin typeface="Arial"/>
              </a:defRPr>
            </a:pPr>
            <a:r>
              <a:t>This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977639"/>
            <a:ext cx="44805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114800"/>
            <a:ext cx="3931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ON-CALL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3931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Handles the 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029200"/>
            <a:ext cx="3931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Started 09:35, completed 09:48 (13 min).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97680"/>
            <a:ext cx="4846320" cy="205740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434840"/>
            <a:ext cx="4297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SERVICE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4297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Authorizes restoration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349240"/>
            <a:ext cx="4297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Verification comes after rollback, never before it: baseline confirmed at 10:06.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Follow-up actions: 1 of 3 complete, 2 still planned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Owner, deadline and status for each follow-up action, ordered by deadline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749807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783080"/>
            <a:ext cx="292608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920240"/>
            <a:ext cx="2560320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A69A"/>
                </a:solidFill>
                <a:latin typeface="Arial"/>
              </a:defRPr>
            </a:pPr>
            <a:r>
              <a:t>1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825496"/>
            <a:ext cx="2560320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Saturation alert (Owner C)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69680" y="3429000"/>
            <a:ext cx="256032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61120" y="3840480"/>
            <a:ext cx="2743200" cy="1874519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3977639"/>
            <a:ext cx="2377440" cy="88011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2 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4937759"/>
            <a:ext cx="2377440" cy="56006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Load test (day 7), retry cap (day 10)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0" y="5577840"/>
            <a:ext cx="237744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120640"/>
            <a:ext cx="76809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Until the load test and retry cap are done, the suspected recurrence path remains open.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Lessons for process improvement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Three distinctions to carry into the next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4442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38528"/>
            <a:ext cx="322478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Evidence ≠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60320"/>
            <a:ext cx="3224784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Pool saturation and recovery were observed. Retry amplification stays unproven until the load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640" y="1828800"/>
            <a:ext cx="34442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8368" y="1938528"/>
            <a:ext cx="322478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Requests ≠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8368" y="2560320"/>
            <a:ext cx="3224784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1,100 failed requests (11.0% of 10,000). Distinct affected users are unknown.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7200" y="1828800"/>
            <a:ext cx="34442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6928" y="1938528"/>
            <a:ext cx="322478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Recovered ≠ prevented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6928" y="2560320"/>
            <a:ext cx="3224784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Baseline was verified at 10:06. Preventing recurrence depends on planned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57800"/>
            <a:ext cx="10881360" cy="109728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Next step: review the load-test result (day 7) before confirming a root cause, and track the retry cap through day 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