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4DB6A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4DB6A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01  / 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640080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63238"/>
                </a:solidFill>
                <a:latin typeface="Arial"/>
              </a:defRPr>
            </a:pPr>
            <a:r>
              <a:t>Bring an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63238"/>
                </a:solidFill>
                <a:latin typeface="Arial"/>
              </a:defRPr>
            </a:pPr>
            <a:r>
              <a:t>Join the repair café.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04288"/>
            <a:ext cx="6080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63238"/>
                </a:solidFill>
                <a:latin typeface="Arial"/>
              </a:defRPr>
            </a:pPr>
            <a:r>
              <a:t>A fictional neighborhood invitation to explore repairs, share practical help and take part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188720"/>
            <a:ext cx="41605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6096" y="1444752"/>
            <a:ext cx="36393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There’s a place for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6096" y="1956816"/>
            <a:ext cx="359359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Local residents can bring an item or volunteer in welcome, repair support or safety check roles.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776472"/>
            <a:ext cx="6858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How the campaign unfolds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8" y="4681728"/>
            <a:ext cx="10021824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" y="4416552"/>
            <a:ext cx="3310128" cy="1252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590288"/>
            <a:ext cx="2871216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1  Sign 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Choose participant or volunteer.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4279392"/>
            <a:ext cx="3310128" cy="125272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453128"/>
            <a:ext cx="2871216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2  Get ready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Training and venue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4526280"/>
            <a:ext cx="3493008" cy="1252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700016"/>
            <a:ext cx="305409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3  Take part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Events, then a follow-up.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961888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To volunteer, tell the Local organizer which role interests you by the end of week 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02  / 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Four sessions. 162 seats in total.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46504"/>
            <a:ext cx="7772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Seats available per session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2359152"/>
          <a:ext cx="7351775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2359152"/>
            <a:ext cx="3136392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2578608"/>
            <a:ext cx="26060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1936" y="3191256"/>
            <a:ext cx="257860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E7A"/>
                </a:solidFill>
                <a:latin typeface="Arial"/>
              </a:defRPr>
            </a:pPr>
            <a:r>
              <a:t>for every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4169663"/>
            <a:ext cx="2953512" cy="1609344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7384" y="4398264"/>
            <a:ext cx="2450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Total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4910328"/>
            <a:ext cx="24505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45 + 39 + 31 + 47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= 162 seats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044184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Walk-ins are welcome within each session’s capacity.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03  / 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Many ways to lend a hand.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01952"/>
            <a:ext cx="3675887" cy="3502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221992"/>
            <a:ext cx="303580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63238"/>
                </a:solidFill>
                <a:latin typeface="Arial"/>
              </a:defRPr>
            </a:pPr>
            <a:r>
              <a:t>37 volunteers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990088"/>
            <a:ext cx="3035808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46E7A"/>
                </a:solidFill>
                <a:latin typeface="Arial"/>
              </a:defRPr>
            </a:pPr>
            <a:r>
              <a:t>× 3 hours each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" y="3666744"/>
            <a:ext cx="290779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3950208"/>
            <a:ext cx="3035808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111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45736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volunteer-hours in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8032" y="1965960"/>
            <a:ext cx="6446520" cy="960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157984"/>
            <a:ext cx="59253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Welcome  •  Greet people and help them get started.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3191256"/>
            <a:ext cx="6364224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3383280"/>
            <a:ext cx="58430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Repair support  •  Help within available skills.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8032" y="4416552"/>
            <a:ext cx="6446520" cy="96012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4608576"/>
            <a:ext cx="59253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Safety check  •  Help flag concerns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79008"/>
            <a:ext cx="10835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No specialist qualification is implied by these roles. A safety check is not safety certification.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04  / 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A clear plan for $3,160.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28216"/>
            <a:ext cx="7040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46E7A"/>
                </a:solidFill>
                <a:latin typeface="Arial"/>
              </a:defRPr>
            </a:pPr>
            <a:r>
              <a:t>Synthetic campaign budget • amounts in dollars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377440"/>
          <a:ext cx="7022592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296"/>
                <a:gridCol w="3511296"/>
              </a:tblGrid>
              <a:tr h="55778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546E7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3,160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47888" y="2313432"/>
            <a:ext cx="3264408" cy="1956816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13064" y="2587752"/>
            <a:ext cx="272491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46E7A"/>
                </a:solidFill>
                <a:latin typeface="Arial"/>
              </a:defRPr>
            </a:pPr>
            <a:r>
              <a:t>Largest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13064" y="3099816"/>
            <a:ext cx="272491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3064" y="3666744"/>
            <a:ext cx="2724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$1,270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562856"/>
            <a:ext cx="3099816" cy="1161288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0224" y="4745736"/>
            <a:ext cx="26243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Access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5193792"/>
            <a:ext cx="26243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$300 allocated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5952744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$1,270 + $950 + $640 + $300 = $3,160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05  / 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Get ready together. Meet in week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73936"/>
            <a:ext cx="1083564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63238"/>
                </a:solidFill>
                <a:latin typeface="Arial"/>
              </a:defRPr>
            </a:pPr>
            <a:r>
              <a:t>Events depend on both training in week 2 and venue confirmation in week 3.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54680" y="3337560"/>
            <a:ext cx="50292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66560" y="3310128"/>
            <a:ext cx="960119" cy="484632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766560" y="4160520"/>
            <a:ext cx="960119" cy="658368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45168" y="4471416"/>
            <a:ext cx="0" cy="576072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798064"/>
            <a:ext cx="2514600" cy="1316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53512"/>
            <a:ext cx="20756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364992"/>
            <a:ext cx="2075688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opens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743200"/>
            <a:ext cx="3108960" cy="118872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92608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337560"/>
            <a:ext cx="265176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251960"/>
            <a:ext cx="31089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443484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846320"/>
            <a:ext cx="265176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264408"/>
            <a:ext cx="3611880" cy="1207008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3447288"/>
            <a:ext cx="31181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5 • BOTH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3840480"/>
            <a:ext cx="3118104" cy="4480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Repair café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047488"/>
            <a:ext cx="3611880" cy="103327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5202936"/>
            <a:ext cx="31181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559552"/>
            <a:ext cx="311810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Follow-up • one week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779008"/>
            <a:ext cx="635508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Participant and volunteer sign-up closes at the end of week 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06  / 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Bring one small household item.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39112"/>
            <a:ext cx="4663440" cy="3346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40864"/>
            <a:ext cx="404164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Come ready to 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4041648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238"/>
                </a:solidFill>
                <a:latin typeface="Arial"/>
              </a:defRPr>
            </a:pPr>
            <a:r>
              <a:t>Bring a single small household item for assessment.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78408" y="4242816"/>
            <a:ext cx="3712464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4553712"/>
            <a:ext cx="4041648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Walk-ins are welcome within session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9592" y="2267712"/>
            <a:ext cx="5596128" cy="141732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505456"/>
            <a:ext cx="5001768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Repairs depend on the skills and parts available at the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4023360"/>
            <a:ext cx="5321808" cy="1362456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70248"/>
            <a:ext cx="4727448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A repair is not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No safety certification is provided.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15584"/>
            <a:ext cx="10799064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63238"/>
                </a:solidFill>
                <a:latin typeface="Arial"/>
              </a:defRPr>
            </a:pPr>
            <a:r>
              <a:t>The invitation is to assess what may be possible,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07  / 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Last synthetic trial: 60.0% repaired.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46504"/>
            <a:ext cx="7680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Outcomes for 90 assessed items • item counts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" y="2395728"/>
          <a:ext cx="7434072" cy="3374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94192" y="2377440"/>
            <a:ext cx="3090672" cy="1929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4" y="2660904"/>
            <a:ext cx="257860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63238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9368" y="3438144"/>
            <a:ext cx="256032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54 ÷ 90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7031" y="4636008"/>
            <a:ext cx="3227832" cy="1133856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13064" y="4818888"/>
            <a:ext cx="2715768" cy="8595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Synthetic trial results do not guarantee future repairs.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5961888"/>
            <a:ext cx="1079906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54 repaired + 22 referred + 14 not repairable = 90 assessed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08  /  JOIN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Make room for repair in your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993392"/>
            <a:ext cx="7104888" cy="10058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212848"/>
            <a:ext cx="6547104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63238"/>
                </a:solidFill>
                <a:latin typeface="Arial"/>
              </a:defRPr>
            </a:pPr>
            <a:r>
              <a:t>Sign up by the end of week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103120"/>
            <a:ext cx="3172968" cy="4937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Events: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2697480"/>
            <a:ext cx="3127248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E7A"/>
                </a:solidFill>
                <a:latin typeface="Arial"/>
              </a:defRPr>
            </a:pPr>
            <a:r>
              <a:t>Training for volunteers: week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438144"/>
            <a:ext cx="51023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3703320"/>
            <a:ext cx="4517136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Join as a participant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315968"/>
            <a:ext cx="451713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Bring one small household item to a week 5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611880"/>
            <a:ext cx="5321808" cy="178308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877056"/>
            <a:ext cx="4736592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Join as a volunteer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4489704"/>
            <a:ext cx="4736592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Choose welcome, repair support or safety check.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5760720"/>
            <a:ext cx="2185416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72968" y="5559552"/>
            <a:ext cx="821131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Contact placeholder: Local organizer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Share your interest in participating or volunteering.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55664"/>
            <a:ext cx="10881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