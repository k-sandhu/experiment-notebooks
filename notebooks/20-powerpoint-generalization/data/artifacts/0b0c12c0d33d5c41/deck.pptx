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Succeeded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8720</c:v>
                </c:pt>
                <c:pt idx="1">
                  <c:v>1280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6809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Review of Simulated Service Disruption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498079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A clear recount for operations managers  • 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9436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7772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INCIDENT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14300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63238"/>
                </a:solidFill>
                <a:latin typeface="Arial"/>
              </a:defRPr>
            </a:pPr>
            <a:r>
              <a:t>09:00 – 10:14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7373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74 minutes  •  Fictional scenario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3832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WHAT HAPPENED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Errors rose after a 09:00 deployment and fell after rollback.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54680"/>
            <a:ext cx="33832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IMPACT IN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1,280 of 10,000 requests failed (12.8%).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80360"/>
            <a:ext cx="3383280" cy="16916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4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CBC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74720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Error rate returned to baseline by 10:14.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881360" cy="1051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Decision focus:  Recovery is verified. Preventing recurrence still depends on planned follow-up work — see Actions (slide 7).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All data are synthetic. This is a fictional service incident for review purposes.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Impact: about 1 in 8 requests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Incident window 09:00–10:14  •  Unit: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02  • 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TOTAL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560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1,280  •  12.8%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SUCCEEDED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26517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8,720  •  87.2%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9164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by outcome (count)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206240" y="2103120"/>
          <a:ext cx="4480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14800" y="5486400"/>
            <a:ext cx="4663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Arithmetic: 1,280 ÷ 10,000 = 12.8%  •  10,000 − 1,280 = 8,720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03120"/>
            <a:ext cx="2514600" cy="3291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31720"/>
            <a:ext cx="2057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5100"/>
                </a:solidFill>
                <a:latin typeface="Arial"/>
              </a:defRPr>
            </a:pPr>
            <a:r>
              <a:t>IMPORTANT CAVEAT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88920"/>
            <a:ext cx="205740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Counts refer to requests, not distinct users.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Distinct affected users are unknown — do not read 1,280 as 1,280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412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Timeline: 74 minutes, deployment to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09:00 to 10:14  •  Six recorded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03  • 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1056132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874519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3931920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1874519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3931920"/>
            <a:ext cx="16916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Rollback begins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1874519"/>
            <a:ext cx="16916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Rollback 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3931920"/>
            <a:ext cx="169164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10:14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Back to baseline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2708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53212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Detection: 8 min  •  Alert to investigation: 9 min  •  Rollback: 13 min (09:35–09:48)  •  Rollback complete to baseline: 26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Error rates peaked at 25% at 09:30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Six point-in-time observations  •  Unit: percent of requests erroring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04  • 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Observed error rate (%) by time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011680"/>
          <a:ext cx="7589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2880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+23 pts vs 09:00 (2%)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7472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6576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RECOVERY IN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02336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4% at 10:00, then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1% at 10:15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5120640"/>
            <a:ext cx="3017520" cy="12344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5303520"/>
            <a:ext cx="2560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Do not equate these six observations with the window-wide rate of 12.8%.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All six observations shown: 2 / 18 / 25 / 14 / 4 / 1 percent at 09:00 / 09:15 / 09:30 / 09:45 / 10:00 / 10:15.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Evidence: what we know — and what we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Keep observation, hypothesis, and unfinished testing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05  • 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661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10896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Recovery after rollback, with baseline restored by 10:14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566160" cy="3566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5100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34640"/>
            <a:ext cx="310896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This is a hypothesis to test — not a confirmed root cause.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246120" cy="356616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CBC"/>
                </a:solidFill>
                <a:latin typeface="Arial"/>
              </a:defRPr>
            </a:pPr>
            <a:r>
              <a:t>NOT YET 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14600"/>
            <a:ext cx="278892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Without it, causality remains unproven.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5715000"/>
            <a:ext cx="8869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5897880"/>
            <a:ext cx="8412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Conclusion for discussion:  Timing supports the hypothesis, but timing alone does not prove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Response flowed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Verification came after rollback — not before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06  • 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74320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28600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01752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2011680"/>
            <a:ext cx="1965960" cy="14630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24028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74320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43800" y="228600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301752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2011680"/>
            <a:ext cx="1783080" cy="14630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240280"/>
            <a:ext cx="1508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Retrospective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297680"/>
            <a:ext cx="4480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52628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9204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Handles the rollback (step 3).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4480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70916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07492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Authorizes restoration.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Actions: 1 of 3 complete, 2 still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Planned actions are not complete — deadlines are in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07  • 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7863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783080"/>
            <a:ext cx="2743200" cy="15087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5100"/>
                </a:solidFill>
                <a:latin typeface="Arial"/>
              </a:defRPr>
            </a:pPr>
            <a:r>
              <a:t>EARLIEST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33172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Day 5 —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520440"/>
            <a:ext cx="27432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7033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STILL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069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Load test (Day 7)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Cap retries (Day 12)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10881360" cy="10058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For managers:  The alert is in place. Proving cause (Day 7) and capping retries (Day 12) remain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Lessons to carry into improvement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08  •  LESSONS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LESSON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Separate observed evidence from the root-cause hypothesis.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Saturation and recovery were observed; retry amplification is still to be 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2024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LESSON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7744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Preserve the distinction between failed requests and affected people.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1,280 failed requests ≠ 1,280 users; distinct users are unknown.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246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LESSON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278892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Recovery is verified; preventing recurrence still depends on planned work.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Baseline by 10:14 — Days 7 and 12 still ahead.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996696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166360"/>
            <a:ext cx="9418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Decision for this review:  Treat the incident as recovered — and the cause as unproven until the Day 7 load test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All data are synthetic. Window 09:00–10:14 (74 minutes)  •  1,280 of 10,000 requests failed (12.8%).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