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28</c:v>
                </c:pt>
                <c:pt idx="2">
                  <c:v>123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</c:v>
                </c:pt>
                <c:pt idx="1">
                  <c:v>123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Reorder Rule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For novice stockroom staff  •  Learn it  •  Work it  •  Try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583680" cy="452628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852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Our learning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585216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Teach novice stockroom coordinators one simple reorder-point rule — clearly enough to use on shift, without guessing.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We will explain the logic, work through a full example with units, then give you a short practice exercise with its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5852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By the end, you can answer one question: order now, or wait?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959352" cy="4526280"/>
          </a:xfrm>
          <a:prstGeom prst="roundRect">
            <a:avLst/>
          </a:prstGeom>
          <a:solidFill>
            <a:srgbClr val="F5E6C8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2278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In this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377440"/>
            <a:ext cx="3227832" cy="3108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  The rule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2  A worked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3  A stock check: order?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4  The daily process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5  Practice, pitfalls &amp;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The Rule: Two Sums,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Find the trigger. Find your position. Compare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14173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Reorder point  =  daily demand × lead time in days  +  safety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15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Inventory position  =  on-hand  +  on-order  −  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3392424" cy="19659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we expect to use while a new delivery is on its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3246120"/>
            <a:ext cx="3392424" cy="19659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Safety stock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 small cushion, in units, for busy days or late deliveries. Add it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3246120"/>
            <a:ext cx="3392424" cy="1965960"/>
          </a:xfrm>
          <a:prstGeom prst="roundRect">
            <a:avLst/>
          </a:prstGeom>
          <a:solidFill>
            <a:srgbClr val="F5E6C8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3429000"/>
            <a:ext cx="28437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All stock we have or have coming, minus stock already promised.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5440680"/>
            <a:ext cx="7799831" cy="77724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5650992"/>
            <a:ext cx="72511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Place an order when inventory position  ≤  reorder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Worked Example: Building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Daily demand 19 units  •  Lead time 5 days  •  Safety stock 28 units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760720" cy="448056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029200" cy="3931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Step 1 — 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19 units/day × 5 days = 95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(The “days” cancel; the answer is in units.)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Step 2 — Add the cushion once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95 units + 28 units = 123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Reorder point = 123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How 123 units is made up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766560" y="1965960"/>
          <a:ext cx="47548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5394960"/>
            <a:ext cx="4754880" cy="64008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5577840"/>
            <a:ext cx="4389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123 is a trigger level — not an order quantity.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Inventory Check: Are We at the Trigger?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Use position — not on-hand alone — for the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 (UNITS)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ON-ORDER (UNITS)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155448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− 17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9514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COMMITTED (UNITS)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788920"/>
            <a:ext cx="182880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12280" y="1554480"/>
            <a:ext cx="201168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= 118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95144"/>
            <a:ext cx="201168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788920"/>
            <a:ext cx="20116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98280" y="1554480"/>
            <a:ext cx="2450592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19933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118 ≤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 reorder point (units)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429000"/>
          <a:ext cx="512064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26480" y="3017520"/>
            <a:ext cx="5422392" cy="301752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82312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118 units is below the 123-unit trigger, so 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How many?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Target position 223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− position 118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= order quantity 105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One connected decision, repeated at every daily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Read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5857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9009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Calculate 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7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Compare with ROP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27413" y="1691640"/>
            <a:ext cx="2521458" cy="14630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565" y="1764792"/>
            <a:ext cx="2375153" cy="13167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Decide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3" y="24231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310128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At “Decide”:  position ≤ reorder point  →  ORDER      •      position &gt; reorder point  →  WAIT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31920"/>
            <a:ext cx="5120640" cy="15087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44805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Place the order to reach the target position.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931920"/>
            <a:ext cx="5120640" cy="1508760"/>
          </a:xfrm>
          <a:prstGeom prst="roundRect">
            <a:avLst/>
          </a:prstGeom>
          <a:solidFill>
            <a:srgbClr val="FFFDF5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60520"/>
            <a:ext cx="44805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Do not order. Return to the next daily review and read counts again.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5440680"/>
            <a:ext cx="0" cy="50292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" y="5943600"/>
            <a:ext cx="832104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" y="2423160"/>
            <a:ext cx="0" cy="352044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" y="2423160"/>
            <a:ext cx="1828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0" y="6016752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WAIT loops back to tomorrow’s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Practice: Your Turn to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Work it out before turning the page — the answer follows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600200"/>
            <a:ext cx="9262872" cy="228600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74519"/>
            <a:ext cx="329184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52344"/>
            <a:ext cx="3291840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337560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6560" y="1874519"/>
            <a:ext cx="329184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52344"/>
            <a:ext cx="3291840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3337560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0240" y="4069080"/>
            <a:ext cx="8348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Is the position at or below the trigger?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846320"/>
            <a:ext cx="3200400" cy="914400"/>
          </a:xfrm>
          <a:prstGeom prst="roundRect">
            <a:avLst/>
          </a:prstGeom>
          <a:solidFill>
            <a:srgbClr val="F5E6C8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512064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ORDER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1112" y="4846320"/>
            <a:ext cx="3200400" cy="914400"/>
          </a:xfrm>
          <a:prstGeom prst="roundRect">
            <a:avLst/>
          </a:prstGeom>
          <a:solidFill>
            <a:srgbClr val="F5E6C8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512064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WAIT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89320"/>
            <a:ext cx="6519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A6D4B"/>
                </a:solidFill>
                <a:latin typeface="Georgia"/>
              </a:defRPr>
            </a:pPr>
            <a:r>
              <a:t>Hint: write “135 ○ 123” and choose  ≤  or  &gt; 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Answer — and Three Traps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First, the practice answer. Then the common misconceptions.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43032" cy="114300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811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PRACTICE ANSWER:  WAIT  —  135 units is 12 units above the 123-unit trigger (135 − 123 = 12).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On-hand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compare on-hand alone with the trigger. Always use on-hand + on-order − committed.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8744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8472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Safety × 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8472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only daily demand by days; add safety stock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4527" y="2926080"/>
            <a:ext cx="3331464" cy="310896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4255" y="3035808"/>
            <a:ext cx="311200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✕ Trigger =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4255" y="3657600"/>
            <a:ext cx="3112008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larger reorder point is a trigger, not the order quantity. Quantity = target position − current 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Before You Order: The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841248"/>
            <a:ext cx="90799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A6D4B"/>
                </a:solidFill>
                <a:latin typeface="Georgia"/>
              </a:defRPr>
            </a:pPr>
            <a:r>
              <a:t>Four checks, then place your position on the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848" y="1261872"/>
            <a:ext cx="914400" cy="54864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2148840"/>
          </a:xfrm>
          <a:prstGeom prst="roundRect">
            <a:avLst/>
          </a:prstGeom>
          <a:solidFill>
            <a:srgbClr val="FFFDF5"/>
          </a:solidFill>
          <a:ln>
            <a:solidFill>
              <a:srgbClr val="E8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55648"/>
            <a:ext cx="9720072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1. Verify units — demand per day, lead time in days, stock in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2. Include existing orders — add on-order stock.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3. Subtract commitments — stock already promised does not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4. Check the trigger — ORDER only if position ≤ reorder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Annotated number line (units) — where does today’s position fall?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572000"/>
            <a:ext cx="5120640" cy="502920"/>
          </a:xfrm>
          <a:prstGeom prst="roundRect">
            <a:avLst/>
          </a:prstGeom>
          <a:solidFill>
            <a:srgbClr val="F3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5056632" cy="502920"/>
          </a:xfrm>
          <a:prstGeom prst="roundRect">
            <a:avLst/>
          </a:prstGeom>
          <a:solidFill>
            <a:srgbClr val="EF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4754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←  ORDER  (at / below trigger)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09160"/>
            <a:ext cx="46908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WAIT  (above trigger)  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5486400"/>
            <a:ext cx="10177272" cy="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5303520"/>
            <a:ext cx="0" cy="36576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5257800"/>
            <a:ext cx="0" cy="45720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5303520"/>
            <a:ext cx="0" cy="36576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26280" y="5760720"/>
            <a:ext cx="1005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118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worked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5760720"/>
            <a:ext cx="1005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123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760720"/>
            <a:ext cx="1005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3B2A"/>
                </a:solidFill>
                <a:latin typeface="Georgia"/>
              </a:defRPr>
            </a:pPr>
            <a:r>
              <a:t>135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3B2A"/>
                </a:solidFill>
                <a:latin typeface="Georgia"/>
              </a:defRPr>
            </a:pPr>
            <a: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A6D4B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