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</c:v>
                </c:pt>
                <c:pt idx="1">
                  <c:v>1000</c:v>
                </c:pt>
                <c:pt idx="2">
                  <c:v>680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CALL FOR VOLUNTEERS: NEIGHBORHOOD REPAIR CAFE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fictional repair-cafe campaign: everyone is welcome to help neighbors fix everyday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8686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Join us to keep useful things in use. This deck explains who can take part, how the event sequence runs and how to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Neighbors bringing one small household item, and volunteers for welcome, repair support or safety check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Registration opens week 1, training week 2, venue confirmation week 3, events week 4, follow-up week 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Sign up as a participant or volunteer by the end of week 2 through the Local organizer.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86400"/>
            <a:ext cx="11155680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59552"/>
            <a:ext cx="10789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DECISION: Sign up by the end of week 2. Events take place in week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SESSION CAPACITY: 176 SEATS ACROSS FOUR SESSIONS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Seats per session;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Seats per session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9494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8716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seats (50 + 43 + 34 + 49)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01752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24612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4164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session; 4 sessions = 8 session-hours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457200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480060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9612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average seats per session (176 ÷ 4)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612648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North is largest (50), South is smallest (34)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VOLUNTEERS: 32 PEOPLE GIVE 96 VOLUNTEER-HOURS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Three welcoming roles; no specialist qualification is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926080"/>
            <a:ext cx="32918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3484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× 3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926080"/>
            <a:ext cx="3291839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= 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volunteer-hours in total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2926080"/>
            <a:ext cx="32918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2004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53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160520"/>
            <a:ext cx="3316224" cy="1719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Greet participants, help with registration and walk-ins within session capacity, and guide people to tables.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2920" y="3429000"/>
            <a:ext cx="353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2648" y="4160520"/>
            <a:ext cx="3316224" cy="1719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Help participants look at their item and work on a repair using the skills and parts available.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2920" y="3429000"/>
            <a:ext cx="353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2648" y="4160520"/>
            <a:ext cx="3316224" cy="1719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Give items a basic look-over before and after repair. This is not a safety certification.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no specialist qualification is implied for any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BUDGET: $3,020 TOTAL, MATERIALS ARE THE LARGEST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SHARE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Planned costs by category (USD, synthetic)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12080"/>
            <a:ext cx="5943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$1,340 + $1,000 + $680 + $0 = $3,020. Cost per seat: $3,020 ÷ 176 seats ≈ $17.16.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00200"/>
            <a:ext cx="4526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Amount by category (USD)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32320" y="2011680"/>
          <a:ext cx="4526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shares rounded to one decimal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SCHEDULE: FIVE WEEKS FROM REGISTRATION 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 4 events depend on training and venue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1: Registration opens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2: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3: Venue confirmed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4: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5: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2004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EVENT DEPENDENCY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Training complete (week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Venue confirmed (week 3)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4343400"/>
            <a:ext cx="1143000" cy="5029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94760" y="5029200"/>
            <a:ext cx="1143000" cy="5029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4572000"/>
            <a:ext cx="100584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709160"/>
            <a:ext cx="1005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0" y="4937760"/>
            <a:ext cx="6400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583680" y="4526280"/>
            <a:ext cx="2651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663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 4 events go ahead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931920"/>
            <a:ext cx="21488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Both conditions are needed before events run. Follow-up takes place one week after events, in week 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PARTICIPATION: WHAT TO BRING AND WHAT TO EXPECT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9164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4884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Please bring a single small item from home to your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26080"/>
            <a:ext cx="7589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0896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Repairs depend on available skills and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 help where they can with what is on hand at each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7589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2628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Walk-ins welcome within session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8348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Seats per session: North 50, East 43, South 34, West 49.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691640"/>
            <a:ext cx="315468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691640"/>
            <a:ext cx="73152" cy="3931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874519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7744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No repair is guaranteed.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566160"/>
            <a:ext cx="27432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OUTCOMES: 60.0% OF ITEMS REPAIRED IN THE LAST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SYNTHETIC TRIAL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Last synthetic trial: 100 items assessed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Items by outcome, last synthetic trial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42900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42900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repair share (60 ÷ 100 assessed)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06324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337560"/>
            <a:ext cx="34290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60 repaired + 24 referred + 16 not repairable = 100 assessed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617720"/>
            <a:ext cx="3429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34290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Synthetic-trial results; not a guarantee for future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label: last synthetic trial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CALL TO ACTION: 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Events take place in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7589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Join as a participant or a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807208"/>
            <a:ext cx="34381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429000"/>
            <a:ext cx="343814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Bring one small household item to one of four 2-hour sessions (176 seats in total).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697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807208"/>
            <a:ext cx="34381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Volunteer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429000"/>
            <a:ext cx="343814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Choose welcome, repair support or safety check; 3 hours each, no specialist qualification implied.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691640"/>
            <a:ext cx="3154680" cy="32918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92024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46888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749039"/>
            <a:ext cx="2743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Contact details to be shared by the organizer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0352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Sign-up deadline: end of week 2  ·  Venue confirmation: week 3  ·  Events: week 4  ·  Follow-up: week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