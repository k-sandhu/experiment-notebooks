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43</c:v>
                </c:pt>
                <c:pt idx="2">
                  <c:v>34</c:v>
                </c:pt>
                <c:pt idx="3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Materials</c:v>
                </c:pt>
                <c:pt idx="1">
                  <c:v>Venue</c:v>
                </c:pt>
                <c:pt idx="2">
                  <c:v>Outreach</c:v>
                </c:pt>
                <c:pt idx="3">
                  <c:v>Access support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1340</c:v>
                </c:pt>
                <c:pt idx="1">
                  <c:v>1000</c:v>
                </c:pt>
                <c:pt idx="2">
                  <c:v>680</c:v>
                </c:pt>
                <c:pt idx="3">
                  <c:v>300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24</c:v>
                </c:pt>
                <c:pt idx="2">
                  <c:v>16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CALL FOR VOLUNTEERS: NEIGHBORHOOD REPAIR CAFE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A fictional repair-cafe campaign: everyone is welcome to help neighbors fix everyday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868680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Join us to keep useful things in use. This deck explains who can take part, how the event sequence runs and how to volunteer.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60604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788920"/>
            <a:ext cx="35356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89864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Who can take 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520439"/>
            <a:ext cx="3316224" cy="1673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Neighbors bringing one small household item, and volunteers for welcome, repair support or safety check roles.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2920" y="2788920"/>
            <a:ext cx="35356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2648" y="289864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Event sequence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2648" y="3520439"/>
            <a:ext cx="3316224" cy="1673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Registration opens week 1, training week 2, venue confirmation week 3, events week 5, follow-up week 6.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2920" y="2788920"/>
            <a:ext cx="35356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2648" y="289864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How to volunteer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2648" y="3520439"/>
            <a:ext cx="3316224" cy="1673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Sign up as a participant or volunteer by the end of week 2 through the Local organizer.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486400"/>
            <a:ext cx="11155680" cy="6858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559552"/>
            <a:ext cx="107899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DECISION: Sign up by the end of week 2. Events take place in week 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campaign · all data are synthetic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SESSION CAPACITY: 176 SEATS ACROSS FOUR SESSIONS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Seats per session; every session lasts 2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Seats per session (count)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011680"/>
          <a:ext cx="694944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863840" y="1691640"/>
            <a:ext cx="18288" cy="44805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691640"/>
            <a:ext cx="342900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176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487168"/>
            <a:ext cx="342900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total seats (50 + 43 + 34 + 49)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0" y="3017520"/>
            <a:ext cx="342900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0" y="3246120"/>
            <a:ext cx="342900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2 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041648"/>
            <a:ext cx="342900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per session; 4 sessions = 8 session-hours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0" y="4572000"/>
            <a:ext cx="342900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0" y="4800600"/>
            <a:ext cx="342900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596128"/>
            <a:ext cx="342900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average seats per session (176 ÷ 4)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0" y="6126480"/>
            <a:ext cx="342900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campaign · all data are synthetic · North is largest (50), South is smallest (34)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VOLUNTEERS: 40 PEOPLE GIVE 120 VOLUNTEER-HOURS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Three welcoming roles; no specialist qualification is implied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329184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14016"/>
            <a:ext cx="329184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volunteers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2926080"/>
            <a:ext cx="32918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434840" y="1645920"/>
            <a:ext cx="329184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× 3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414016"/>
            <a:ext cx="329184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per volunteer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34840" y="2926080"/>
            <a:ext cx="3291839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66760" y="1645920"/>
            <a:ext cx="329184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= 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14016"/>
            <a:ext cx="329184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volunteer-hours in total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66760" y="2926080"/>
            <a:ext cx="32918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2920" y="320040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35356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53872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Welcome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160520"/>
            <a:ext cx="3316224" cy="1536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Greet participants, help with registration and walk-ins within session capacity, and guide people to tables.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2920" y="3429000"/>
            <a:ext cx="35356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2648" y="353872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Repair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2648" y="4160520"/>
            <a:ext cx="3316224" cy="1536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Help participants look at their item and work on a repair using the skills and parts available.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2920" y="3429000"/>
            <a:ext cx="35356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2648" y="353872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Safety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2648" y="4160520"/>
            <a:ext cx="3316224" cy="1536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Give items a basic look-over before and after repair. This is not a safety certification.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Scale check: 176 seats ÷ 40 volunteers = 4.4 seats per volunteer.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campaign · all data are synthetic · no specialist qualification is implied for any role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BUDGET: $3,320 TOTAL, MATERIALS ARE THE LARGEST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SHARE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Planned costs by category (USD, synthetic)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5943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(USD)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Share of total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$1,340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40.4%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$1,000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30.1%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$680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20.5%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9.0%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$3,320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212080"/>
            <a:ext cx="59436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$1,340 + $1,000 + $680 + $300 = $3,320. Cost per seat: $3,320 ÷ 176 seats ≈ $18.86.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12280" y="1691640"/>
            <a:ext cx="18288" cy="44805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600200"/>
            <a:ext cx="4526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Amount by category (USD)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132320" y="2011680"/>
          <a:ext cx="45262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campaign · all data are synthetic · shares rounded to one decimal place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SCHEDULE: SIX WEEKS FROM REGISTRATION TO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FOLLOW-UP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Week 5 events depend on training and venue confirmation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2011680" cy="1188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764792"/>
            <a:ext cx="1865376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Week 1: Registration opens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691640"/>
            <a:ext cx="2011680" cy="1188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62072" y="1764792"/>
            <a:ext cx="1865376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Week 2: Training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228600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074920" y="1691640"/>
            <a:ext cx="2011680" cy="1188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8072" y="1764792"/>
            <a:ext cx="1865376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Week 3: Venue confirmed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0600" y="228600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60920" y="1691640"/>
            <a:ext cx="2011680" cy="1188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34072" y="1764792"/>
            <a:ext cx="1865376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Week 5: Events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6600" y="228600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646920" y="1691640"/>
            <a:ext cx="2011680" cy="1188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0072" y="1764792"/>
            <a:ext cx="1865376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Week 6: Follow-up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72600" y="228600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2920" y="320040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8328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5A4"/>
                </a:solidFill>
                <a:latin typeface="Arial"/>
              </a:defRPr>
            </a:pPr>
            <a:r>
              <a:t>EVENT DEPENDENCY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31920"/>
            <a:ext cx="32918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69080"/>
            <a:ext cx="30175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Training complete (week 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120640"/>
            <a:ext cx="32918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57800"/>
            <a:ext cx="30175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Venue confirmed (week 3)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94760" y="4343400"/>
            <a:ext cx="1143000" cy="50292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794760" y="5029200"/>
            <a:ext cx="1143000" cy="50292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937760" y="4572000"/>
            <a:ext cx="1005840" cy="7315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4709160"/>
            <a:ext cx="10058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AND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43600" y="4937760"/>
            <a:ext cx="640080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583680" y="4526280"/>
            <a:ext cx="26517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4663440"/>
            <a:ext cx="23774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Week 5 events go ahead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3931920"/>
            <a:ext cx="214884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Both conditions are needed before events run. Follow-up takes place one week after events, in week 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campaign · all data are synthetic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PARTICIPATION: WHAT TO BRING AND WHAT TO EXPECT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Walk-ins are welcome within session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8229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55A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91640"/>
            <a:ext cx="6675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Bring one small household item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148840"/>
            <a:ext cx="6675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Please bring a single small item from home to your session.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926080"/>
            <a:ext cx="75895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108960"/>
            <a:ext cx="8229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55A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08960"/>
            <a:ext cx="6675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Repairs depend on available skills and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66160"/>
            <a:ext cx="6675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Volunteers help where they can with what is on hand at each session.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343400"/>
            <a:ext cx="75895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526280"/>
            <a:ext cx="8229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55A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526280"/>
            <a:ext cx="6675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Walk-ins welcome within session 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983480"/>
            <a:ext cx="6675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Seats per session: North 50, East 43, South 34, West 49 (176 total).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691640"/>
            <a:ext cx="3154680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691640"/>
            <a:ext cx="73152" cy="39319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1874519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5A4"/>
                </a:solidFill>
                <a:latin typeface="Arial"/>
              </a:defRPr>
            </a:pPr>
            <a:r>
              <a:t>PLEASE NOTE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377440"/>
            <a:ext cx="274320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No repair is guaranteed.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566160"/>
            <a:ext cx="274320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No safety certification is provided.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campaign · all data are synthetic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OUTCOMES: 60.0% OF ITEMS REPAIRED IN THE LAST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SYNTHETIC TRIAL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Last synthetic trial: 100 items assessed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Items by outcome, last synthetic trial (count)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011680"/>
          <a:ext cx="69494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863840" y="1691640"/>
            <a:ext cx="18288" cy="44805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691640"/>
            <a:ext cx="342900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514600"/>
            <a:ext cx="342900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repair share (60 ÷ 100 assessed)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0" y="3063240"/>
            <a:ext cx="342900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0" y="3337560"/>
            <a:ext cx="342900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60 repaired + 24 referred + 16 not repairable = 100 assessed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4617720"/>
            <a:ext cx="34290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54880"/>
            <a:ext cx="342900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Synthetic-trial results; not a guarantee for future sessions.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campaign · all data are synthetic · label: last synthetic trial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CALL TO ACTION: SIGN UP BY THE END OF WEEK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Events take place in week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75895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55A4"/>
                </a:solidFill>
                <a:latin typeface="Arial"/>
              </a:defRPr>
            </a:pPr>
            <a:r>
              <a:t>Join as a participant or a volunteer.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69748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807208"/>
            <a:ext cx="343814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Participant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429000"/>
            <a:ext cx="3438144" cy="14447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Bring one small household item to one of four 2-hour sessions (176 seats in total).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269748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807208"/>
            <a:ext cx="343814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Volunteer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3429000"/>
            <a:ext cx="3438144" cy="14447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Join 40 volunteers in welcome, repair support or safety check; 3 hours each, no specialist qualification implied.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1691640"/>
            <a:ext cx="3154680" cy="329184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1920240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CONTACT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468880"/>
            <a:ext cx="274320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Local organizer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749039"/>
            <a:ext cx="27432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Contact details to be shared by the organizer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30352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486400"/>
            <a:ext cx="11155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Sign-up deadline: end of week 2  ·  Venue confirmation: week 3  ·  Events: week 5  ·  Follow-up: week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campaign · all data are synthetic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