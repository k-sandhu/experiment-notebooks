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 new order</c:v>
                </c:pt>
                <c:pt idx="1">
                  <c:v>After new 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</c:v>
                </c:pt>
                <c:pt idx="1">
                  <c:v>234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 new order</c:v>
                </c:pt>
                <c:pt idx="1">
                  <c:v>After new order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134</c:v>
                </c:pt>
                <c:pt idx="1">
                  <c:v>134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position</c:v>
                </c:pt>
              </c:strCache>
            </c:strRef>
          </c:tx>
          <c:spPr>
            <a:solidFill>
              <a:srgbClr val="CCCCC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Before new order</c:v>
                </c:pt>
                <c:pt idx="1">
                  <c:v>After new order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234</c:v>
                </c:pt>
                <c:pt idx="1">
                  <c:v>234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</c:v>
                </c:pt>
                <c:pt idx="1">
                  <c:v>146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AAAAA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134</c:v>
                </c:pt>
                <c:pt idx="1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INVENTORY REORDER PROTOCOL • TRAINING MODULE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1. Learning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Use a simple reorder-point rule to decide when to initiate a restocking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By the end, you should be able to complete these steps.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6616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00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Skill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Evidence of understanding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01 • Understand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Explain the trigger and 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Identify which quantities belong in each formula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02 • Apply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 through a complete reorder example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Show arithmetic, units and the order decision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03 • Check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Complete a short practice exercise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Choose ORDER or WAIT and explain why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Route: rule → worked example → inventory decision → process → practice → answer → checklist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Quantities are expressed in units unless stated otherwise.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RULE • TWO CALCULATIONS, ONE DECISION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2. Calculate the trigger; compare the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124712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657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Quantity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 check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Expected demand during lead time + safety buffer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(units/day × days) + units =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Stock available after orders and commitments are included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+ units − units =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ORDER when inventory position ≤ reorder point. Otherwise,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Equality counts: reaching the trigger is enough to initiate an order.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Use the same stock unit throughout each calculation.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WORKED EXAMPLE • BUILD THE REORDER 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3. The reorder point is 134 units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Expected daily usage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Time until replenishment arrives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added after lead-time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657600"/>
            <a:ext cx="544068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5074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STEP 1 • COVER LEAD-TIME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5074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18 units/day × 6 days = 108 units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657600"/>
            <a:ext cx="5440680" cy="13258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794760"/>
            <a:ext cx="5074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STEP 2 • ADD SAFETY STOCK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251960"/>
            <a:ext cx="5074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108 units + 26 units = 134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Interpretation: initiate a reorder when inventory position reaches 134 units or less.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The days cancel in Step 1. Both quantities added in Step 2 are measured in units.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Reorder point = 18 × 6 + 26 = 134 units.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INVENTORY • APPLY THE TRIGGER AND SIZE THE ORDER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4. ORDER: position is 129 units, below 134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component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 • add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 • subtract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+ 20 − 17 = 129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173736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POSITION, TRIGGER AND TARGET • UNITS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852160" y="2194560"/>
          <a:ext cx="58521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97680"/>
            <a:ext cx="5029200" cy="10058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4663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129 ≤ 134 → 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Position is 5 units below the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Order quantity = target position − inventory position = 234 − 129 = 105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Check: 129 + 105 = 234 units. The new order increases on-order stock; receipt occurs later.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After-order illustration assumes no other inventory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PROCESS • FOLLOW THE SAME SEQUENCE EACH 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5. Compare, decide, then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0040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834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 • READ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On-hand, on-order,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and committed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423160"/>
            <a:ext cx="7315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89120" y="1828800"/>
            <a:ext cx="320040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2834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2 • CALCULATE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Inventory position =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on-hand + on-order − committed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0" y="2423160"/>
            <a:ext cx="7315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321040" y="1828800"/>
            <a:ext cx="3383280" cy="1188720"/>
          </a:xfrm>
          <a:prstGeom prst="rect">
            <a:avLst/>
          </a:prstGeom>
          <a:solidFill>
            <a:srgbClr val="E6E6E6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965960"/>
            <a:ext cx="30175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3 • COMPARE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Is inventory position 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reorder point?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12680" y="3017520"/>
            <a:ext cx="0" cy="731519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989320" y="3749039"/>
            <a:ext cx="40233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749039"/>
            <a:ext cx="0" cy="4572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12680" y="3749039"/>
            <a:ext cx="0" cy="4572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72200" y="324612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YES • at or below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4612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NO • above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206240"/>
            <a:ext cx="3200400" cy="1097280"/>
          </a:xfrm>
          <a:prstGeom prst="rect">
            <a:avLst/>
          </a:prstGeom>
          <a:solidFill>
            <a:srgbClr val="CCCCC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34340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Calculate quantity to target;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initiate the new order.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206240"/>
            <a:ext cx="338328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34340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No order now.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Return at next daily review.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12680" y="5303520"/>
            <a:ext cx="0" cy="548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57400" y="5852160"/>
            <a:ext cx="79552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57400" y="3017520"/>
            <a:ext cx="0" cy="2834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977639"/>
            <a:ext cx="1234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NEXT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DAILY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REVIEW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Read the process left to right; follow the labeled decision branch.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PRACTICE • MAKE THE DECISION YOURSELF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6. Should you ORDER or WAIT?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 quantity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09360" y="1737360"/>
            <a:ext cx="5394960" cy="19202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RULE TO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68880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Place an order when inventory position is less than or equal to the reorder point.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2336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Your task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Write or say your response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• Compare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146 less than, equal to, or greater than 134?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• Decide and justify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Choose ORDER or WAIT; calculate the gap in units.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Pause here. The answer and explanation appear on the next slide.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Use inventory position as given for this exercise.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PRACTICE ANSWER • THEN CHECK COMMON MISCONCEPTIONS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Answer: WAIT. 146 &gt; 134; the position is 146 − 134 = 12 units above the trigger.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7. Avoid these three common mistakes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43200"/>
          <a:ext cx="6675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337560"/>
              </a:tblGrid>
              <a:tr h="7543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Correct reasoning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inventory position: 126 + 20 − 17 = 129 units.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daily demand by days; then add 26 units once.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the reorder point as the order quantity.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trigger. Quantity to target: 234 − 129 = 105 units.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52360" y="2743200"/>
            <a:ext cx="4251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TWO DECISIONS • UNITS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52360" y="3200400"/>
          <a:ext cx="4251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A higher trigger changes when to order. It does not, by itself, specify how many units to order.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Compare the full inventory position with the trigger.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CHECKLIST • USE BEFORE INITIATING A REORDER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3152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8. Verify the inputs; check the trigger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Before ordering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Example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• Verify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consistent stock units and lead time in days.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 + 26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• Include existing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stock to on-hand stock.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= 146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• Subtract commitments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Deduct stock already committed.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146 − 17 = 129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• Check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at or below; otherwise WAIT.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→ 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NUMBER LINE • INVENTORY POSITION IN UNITS • DETAIL FROM 120 TO 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4297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ORDER at or below 134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17720"/>
            <a:ext cx="4663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WAIT above 134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5257800"/>
            <a:ext cx="10058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512064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08015" y="4892040"/>
            <a:ext cx="0" cy="54864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31375" y="512064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5440680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5440680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577840"/>
            <a:ext cx="23774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129 • Example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5 below →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52628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134 •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577840"/>
            <a:ext cx="2606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146 • Practice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12 above → WAIT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00800"/>
            <a:ext cx="112471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492240"/>
            <a:ext cx="1033272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If ordering, calculate quantity to the target: 234 − 129 = 105 units.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