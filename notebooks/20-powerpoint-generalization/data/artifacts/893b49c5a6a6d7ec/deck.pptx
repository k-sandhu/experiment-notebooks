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Inventory position</c:v>
                </c:pt>
                <c:pt idx="4">
                  <c:v>Reorder point</c:v>
                </c:pt>
                <c:pt idx="5">
                  <c:v>Target position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</c:v>
                </c:pt>
                <c:pt idx="1">
                  <c:v>20</c:v>
                </c:pt>
                <c:pt idx="2">
                  <c:v>17</c:v>
                </c:pt>
                <c:pt idx="3">
                  <c:v>159</c:v>
                </c:pt>
                <c:pt idx="4">
                  <c:v>164</c:v>
                </c:pt>
                <c:pt idx="5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164</c:v>
                </c:pt>
                <c:pt idx="1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01 ·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Inventory Reorder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When and how to initiate a reorder: a reorder-point rule for junior warehouse staff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Learning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1206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Apply a simple reorder-point rule as a stockroom coordinator. We explain the logic, work through one example, then you complete a short practice exercise and check its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5120640" cy="14630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73152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The one decision you will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7548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Every daily review ends in exactly one outcome: ORDER (position at or below the trigger) or WAIT (position above 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All figures in this deck are synthetic and expressed in units, units/day or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7085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Session sequence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2377440"/>
          <a:ext cx="54708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618"/>
                <a:gridCol w="1823618"/>
                <a:gridCol w="1823619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you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Logic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Learn the rule and its two formulas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reorder point and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sequence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 ORDER or WAIT; check the answer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 four checks before ordering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Compute the trigger, compute what you effectively have, then compare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1 ·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2 · WHAT YOU EFFECTIVELY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94415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728655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DECISION: place an order when inventory position ≤ reorder point. Otherwise, wait.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25196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in formula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from order to receipt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for demand or delay swings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added once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physically in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Promised, not yet shipped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the reorder point is 164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22 units/day × 6 days + 32 units = 164 units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22 units/day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Daily demand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Lead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32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Safety stock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063240"/>
          <a:ext cx="6583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Lead-time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Trigger level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 check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 × days =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48640" y="5532120"/>
            <a:ext cx="658368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6309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Safety stock is added once, after the multiplication. Result: trigger = 164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405353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Building the trigger (units)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589520" y="2286000"/>
          <a:ext cx="405353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159 is below the trigger 164: ORDER 105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Count on-order stock and subtract committed units before comparing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6035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434840"/>
            <a:ext cx="60350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159 ≤ 164 → ORDER (5 units below the trigger)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6035040" cy="777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Order quantity = target position − inventory position = 264 − 159 = 105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6936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Quantities compared (units)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49440" y="2286000"/>
          <a:ext cx="469361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daily decision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Read → calculate → compare → ORDER or WAIT; WAIT returns to the next daily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56032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On-hand 156, on-order 20, committed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56032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2 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156 + 20 − 17 = 159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60604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Is 159 ≤ 164?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057400"/>
            <a:ext cx="2636215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103120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At or below 164. Order 264 − 159 = 105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3931920"/>
            <a:ext cx="2636215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977639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Above 164. No order; re-check at the next daily review.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313182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313182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313182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628900"/>
            <a:ext cx="0" cy="1874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62890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50342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23576" y="5074920"/>
            <a:ext cx="0" cy="3200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1640" y="5394960"/>
            <a:ext cx="863193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91640" y="3703320"/>
            <a:ext cx="0" cy="1691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214884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Yes: ≤ 164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88620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No: &gt; 164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8321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WAIT loop: return to step 1 at the next daily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Use the comparison from slide 2; the answer is revealed on the next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176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Inventory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164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Reorder point (trigger)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59633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322015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Rule reminder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ORDER only when inventory position ≤ reorder point.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38328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 position with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 ?  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(position − trigger)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________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 / 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Your task: write the gap in units and circle ORDER or WAIT. Answer revealed on slide 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ANSWER AND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Answer: WAIT. Then avoid three common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Each error changes the comparison or the quantity ordered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72865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Practice answer: WAIT. 176 − 164 = 12 units above the trigger, so no order today; re-check at the next daily review.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63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Correct practice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Comparing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on order and units already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156 + 20 − 17 = 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Multiplying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Inflates the buffer: 32 × 6 = 192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22 × 6 + 32 = 164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Treating a larger reorder point as the order size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is a trigger, not an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target − position: 264 − 159 = 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3063240"/>
            <a:ext cx="37792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Position vs. trigger (units)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863840" y="3429000"/>
          <a:ext cx="3779215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four checks,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Verify units, include existing orders, subtract commitments, then check the trigger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to ask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(slides 3–4)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 in units/day, lead time in days?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 = 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add on-order stock?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subtract committed units?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Number line: where each inventory position falls (units)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6217920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5257800"/>
            <a:ext cx="1036289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04895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304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277295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7695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9104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4709160"/>
            <a:ext cx="0" cy="96012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0" y="57150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Trigger 164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36615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39335" y="4617720"/>
            <a:ext cx="2194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Example 159 → ORDER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41280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0" y="4617720"/>
            <a:ext cx="21945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Practice 176 → 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ORDER zone: at or below 164 (shaded)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6895" y="5897880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WAIT zone: above 164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