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Succeeded</c:v>
                </c:pt>
                <c:pt idx="1">
                  <c:v>Failed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8000</c:v>
                </c:pt>
                <c:pt idx="1">
                  <c:v>1000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%</c:v>
                </c:pt>
              </c:strCache>
            </c:strRef>
          </c:tx>
          <c:spPr>
            <a:ln w="38100">
              <a:solidFill>
                <a:srgbClr val="FFD700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FICTIONAL SERVICE INCIDENT  •  INTERNAL TECHNICAL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106424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SERVICE INTERRUPTION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697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67665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What happened, what we observed — and what remains unproven.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069080"/>
            <a:ext cx="6766560" cy="14173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206240"/>
            <a:ext cx="6400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INCIDENT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26280"/>
            <a:ext cx="64008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09:00 – 10:06  •  66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6400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Deployment at 09:00  →  error rate back to baseline at 10:06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4069080"/>
            <a:ext cx="3959352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251960"/>
            <a:ext cx="35661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Recovery is verified.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Root cause is not.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All data are synthetic. Conclusions preserve the distinction between observed evidence and hypothesis.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02  • 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1,000 OF 9,000 REQUESTS FAILED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463040"/>
            <a:ext cx="10972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Requests in the incident window (count) — succeeded vs. failed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103120"/>
          <a:ext cx="713232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0" y="1737360"/>
            <a:ext cx="3593592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WINDOW-WIDE FAILURE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148840"/>
            <a:ext cx="32004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B0C15"/>
                </a:solidFill>
                <a:latin typeface="Calibri"/>
              </a:defRPr>
            </a:pPr>
            <a:r>
              <a:t>11.1%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74320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B0C15"/>
                </a:solidFill>
                <a:latin typeface="Calibri"/>
              </a:defRPr>
            </a:pPr>
            <a:r>
              <a:t>1,000 ÷ 9,000 = 11.1%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383280"/>
            <a:ext cx="359359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520440"/>
            <a:ext cx="3200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8,000 succeeded  •  88.9%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9,000 − 1,000 = 8,000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4617720"/>
            <a:ext cx="3593592" cy="105156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4709160"/>
            <a:ext cx="32004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Requests ≠ people.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Distinct affected users: 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Do not infer 1,000 affected users from 1,000 failed requests. One user can make many requests; counts here are requests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03  • 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66 MINUTES: DEPLOY TO RECOVERY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3337560"/>
            <a:ext cx="10908792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777240" y="3218688"/>
            <a:ext cx="237744" cy="2377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3218688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3218688"/>
            <a:ext cx="237744" cy="2377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3218688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92440" y="3218688"/>
            <a:ext cx="237744" cy="2377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21240" y="3218688"/>
            <a:ext cx="237744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896112" y="2606040"/>
            <a:ext cx="0" cy="612648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24912" y="3456432"/>
            <a:ext cx="0" cy="5669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553712" y="2606040"/>
            <a:ext cx="0" cy="612648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2512" y="3456432"/>
            <a:ext cx="0" cy="5669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211312" y="2606040"/>
            <a:ext cx="0" cy="612648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40112" y="3456432"/>
            <a:ext cx="0" cy="566928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1828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114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First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1828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Investigation starts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114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Rollback begins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1828800"/>
            <a:ext cx="1783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Rollback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4114800"/>
            <a:ext cx="1920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10:06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Error rate at 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49240"/>
            <a:ext cx="11091672" cy="7772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106984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8 min to first alert  •  35 min to rollback  •  13 min rollback (09:35–09:48)  •  18 min after rollback to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35508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04  • 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ERROR RATE PEAKED AT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Error rate (%) — six observations, 09:00 to 10:15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874519"/>
          <a:ext cx="731520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874519"/>
            <a:ext cx="3410712" cy="1234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01168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PEAK  25% at 09:30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23 points above 09:00 (2%)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3291840"/>
            <a:ext cx="3410712" cy="12344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429000"/>
            <a:ext cx="3017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RECOVERY  4% at 10:00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1% at 10:15 — near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4709160"/>
            <a:ext cx="3410712" cy="100584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4846320"/>
            <a:ext cx="30175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Six snapshots ≠ 11.1%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window-wide 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7315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Read the shape over time. Do not average these six points into the 1,000 ÷ 9,000 window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05  • 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OBSERVED ≠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3566160" cy="33832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56616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01368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●  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31089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Connection pool saturation after deployment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Recovery after rollback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Timing is established.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5968" y="1691640"/>
            <a:ext cx="3566160" cy="33832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5968" y="1691640"/>
            <a:ext cx="3566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801368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?  WORKING HYPOTHESIS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423160"/>
            <a:ext cx="31089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Retry amplification under the new configuration.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Plausible — not proven.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691640"/>
            <a:ext cx="3566160" cy="338328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691640"/>
            <a:ext cx="3566160" cy="502920"/>
          </a:xfrm>
          <a:prstGeom prst="rect">
            <a:avLst/>
          </a:prstGeom>
          <a:solidFill>
            <a:srgbClr val="0B0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801368"/>
            <a:ext cx="3108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○  NOT YET 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423160"/>
            <a:ext cx="31089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No causal claim yet.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11100816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CONCLUSION:  Saturation and recovery are observed. Retry amplification remains a hypothesis to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06  • 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ROLL BACK, THEN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2024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554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DETECTION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560320"/>
            <a:ext cx="4572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26080" y="1828800"/>
            <a:ext cx="1920240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1554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TRIAGE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6320" y="2560320"/>
            <a:ext cx="4572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303520" y="1691640"/>
            <a:ext cx="1920240" cy="1737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155448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03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ROLLBACK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23760" y="2560320"/>
            <a:ext cx="4572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680960" y="1828800"/>
            <a:ext cx="19202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965960"/>
            <a:ext cx="1554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04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VERIFY BASELINE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01200" y="2560320"/>
            <a:ext cx="45720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058400" y="1828800"/>
            <a:ext cx="1581912" cy="14630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60" y="1965960"/>
            <a:ext cx="13258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RETRO-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SPECTIVE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5440680" cy="11887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977639"/>
            <a:ext cx="5029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ON-CALL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Handles rollback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794760"/>
            <a:ext cx="5440680" cy="11887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77639"/>
            <a:ext cx="50292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SERVICE OWNER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Authorizes restoration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Order matters: verification comes after rollback — not before it. Baseline confirmed at 10:06.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07  • 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1 DONE.  2 STILL PLANNED.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9167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73152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10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7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Day 5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1A1D2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892040"/>
            <a:ext cx="3566160" cy="10058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NEXT DUE: Day 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Causal load test (Owner B)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4892040"/>
            <a:ext cx="3566160" cy="1005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5074920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THEN: Day 10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Cap retries (Owner 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83296" y="4892040"/>
            <a:ext cx="3566160" cy="10058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5074920"/>
            <a:ext cx="3108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COMPLETE: Day 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Saturation alert (Owner 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91440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Planned actions are not complete. Prevention depends on the Day 7 and Day 10 work landing.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30936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1645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08  • 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KEEP THE DISTINCTIONS SHARP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914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10058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Separate observed evidence from the root-cause hypothesis.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Saturation and recovery were seen. Retry amplification is still to be tested.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880360"/>
            <a:ext cx="11091672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3063240"/>
            <a:ext cx="914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063240"/>
            <a:ext cx="10058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Preserve the distinction between failed requests and affected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70332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1,000 failed requests (11.1% of 9,000). Distinct affected users remain unknown.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4251960"/>
            <a:ext cx="11091672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434840"/>
            <a:ext cx="914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D70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434840"/>
            <a:ext cx="100584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Recovery is verified; preventing recurrence still depends on planned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074920"/>
            <a:ext cx="10058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Baseline at 10:06. Causal load test (Day 7) and retry cap (Day 10) are still planned.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15000"/>
            <a:ext cx="11091672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DECISION:  Treat this incident as recovered — not yet explained, and not yet prevented.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