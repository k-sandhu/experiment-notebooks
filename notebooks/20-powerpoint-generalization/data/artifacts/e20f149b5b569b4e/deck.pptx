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FIX IT TOGETHER: VOLUNTEER WITH 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A fictional neighborhood repair-cafe campaign — all are welcome to take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71323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Neighbours bring one small household item. Volunteers help welcome people, support simple repairs, and keep every session safe and friendly.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600200"/>
            <a:ext cx="342900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737360"/>
            <a:ext cx="28803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NO EXPERIENCE NEEDED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Training in week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80360"/>
            <a:ext cx="3535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990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611880"/>
            <a:ext cx="3316224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Participants with one small item, and volunteers in welcome, repair-support, or safety-check roles.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2920" y="2880360"/>
            <a:ext cx="3535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2648" y="2990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HOW IT 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2648" y="3611880"/>
            <a:ext cx="3316224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Register in week 1, train in week 2, repair together at four 2-hour events in week 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2920" y="2880360"/>
            <a:ext cx="3535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2648" y="2990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2648" y="3611880"/>
            <a:ext cx="3316224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Choose a role and sign up by the end of week 2. Training and guidance are provided.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5303520"/>
            <a:ext cx="1115568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548640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A welcoming, practical way to help neighbours keep useful things in use —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All information in this deck is fictional and illustrative.  •  1 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FOUR SESSIONS, ROOM FOR 176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Session capacity in seats — every session lasts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858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Seats per session (seats)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20240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691640"/>
            <a:ext cx="3749039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3749039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TOTAL SEATS ACROSS 4 SESSIONS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2834640"/>
            <a:ext cx="3749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3063240"/>
            <a:ext cx="182880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49039"/>
            <a:ext cx="182880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SESSIONS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4206240"/>
            <a:ext cx="18288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84080" y="3063240"/>
            <a:ext cx="182880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2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3749039"/>
            <a:ext cx="182880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EACH SESSION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4206240"/>
            <a:ext cx="18288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863840" y="4434840"/>
            <a:ext cx="37490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457200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50 + 43 + 34 + 49 = 176 seats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Average: 44 seats per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North (50) and West (49) are the largest sessions; South is smallest at 34 seats.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Synthetic data. Walk-ins are welcome within session capacity.  •  2  CAPACITY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32 VOLUNTEERS MAKE IT HAPPEN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Three roles, one team — no specialist qualification is implied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47472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59152"/>
            <a:ext cx="347472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VOLUNTEERS NEEDED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834640"/>
            <a:ext cx="3474719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1645920"/>
            <a:ext cx="347472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3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359152"/>
            <a:ext cx="347472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PER VOLUNTEER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2834640"/>
            <a:ext cx="347472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83879" y="1645920"/>
            <a:ext cx="347472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359152"/>
            <a:ext cx="347472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VOLUNTEER-HOURS  (32 × 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79" y="2834640"/>
            <a:ext cx="3474721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108960"/>
            <a:ext cx="35356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218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1  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84048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Greet participants, check them in, explain how the session works, and keep the queue friendly.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2920" y="3108960"/>
            <a:ext cx="35356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2648" y="3218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2  REPAIR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2648" y="384048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Help assess items, fetch tools and parts, and support simple repairs alongside others.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2920" y="3108960"/>
            <a:ext cx="35356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2648" y="3218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3  SAFETY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2648" y="384048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Keep work areas tidy, check items before and after repair, and flag anything unsure.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Training in week 2 covers every role. Pick the role that suits you — enthusiasm matters most.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No specialist qualification is implied for any role.  •  3  VOLUNTEERS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A MODEST, CLEAR BUDGET: $3,020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Planned spending by category (USD)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6217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$3,020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23760" y="1691640"/>
            <a:ext cx="4434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WHERE THE MONEY 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2103120"/>
            <a:ext cx="443484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Materials are the largest share: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$1,340 ÷ $3,020 = 44.4%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Venue: $1,000 ÷ $3,020 = 33.1%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Outreach: $680 ÷ $3,020 = 22.5%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23760" y="4114800"/>
            <a:ext cx="443484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23760" y="4297680"/>
            <a:ext cx="4434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Access support is budgeted at $0.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Total check: 1,340 + 1,000 + 680 + 0 = $3,020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57800"/>
            <a:ext cx="1115568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About $17.16 per seat  —  $3,020 ÷ 176 seats. Volunteer time keeps costs 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Synthetic budget. Per-seat figure is illustrative arithmetic.  •  4 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FIVE WEEKS, STEP BY STEP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From sign-up to follow-up — events take place in 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1: Register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2: Training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74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3: Venue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60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4: EVENTS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46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5: Follow-up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3383280"/>
            <a:ext cx="3535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493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WEEKS 1–2  GET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114800"/>
            <a:ext cx="3316224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Registration opens week 1. Volunteers train in week 2 and confirm their role and session.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3383280"/>
            <a:ext cx="3535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2648" y="3493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WEEK 3  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2648" y="4114800"/>
            <a:ext cx="3316224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Venue confirmation is completed. This, with training, unlocks the events.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2920" y="3383280"/>
            <a:ext cx="3535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2648" y="3493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WEEKS 4–5  REPAIR +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2648" y="4114800"/>
            <a:ext cx="3316224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Four repair events in week 4. Follow-up one week later, in week 5.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DEPENDENCY:  Week 4 events depend on training (week 2) AND venue confirmation (week 3).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Sign-up deadline: end of week 2.  •  5  SCHEDULE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BRING ONE ITEM. WE WILL TRY.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How participation works — and what to expect on the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535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BRING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One small household item per participant. Arrive within your 2-hour session and check in at welcome.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2920" y="1691640"/>
            <a:ext cx="3535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2648" y="1801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WHAT TO EXPECT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2648" y="2423160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Volunteers assess the item with you. Repairs depend on available skills and parts on the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2920" y="1691640"/>
            <a:ext cx="3535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2648" y="1801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WALK-INS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2648" y="2423160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Walk-ins are welcome within session capacity (176 seats in total). Registered places help us plan.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97680"/>
            <a:ext cx="11155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PLEASE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There is no guaranteed repair and no safety certification. If an item cannot be fixed here, we will explain why and suggest next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6072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55A4"/>
                </a:solidFill>
                <a:latin typeface="Arial"/>
              </a:defRPr>
            </a:pPr>
            <a:r>
              <a:t>As a volunteer, you help set honest expectations — kindly and clearly.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Repairs depend on skills and parts available.  •  6  PARTICIPATION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IN OUR TRIAL, 60 OF 100 REPAIRED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Last synthetic trial — illustrative results only, not a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858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Synthetic-trial outcomes (items)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20240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691640"/>
            <a:ext cx="3749039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3749039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ITEMS ASSESSED (SYNTHETIC TRIAL)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2834640"/>
            <a:ext cx="3749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3063240"/>
            <a:ext cx="3749039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49039"/>
            <a:ext cx="3749039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REPAIR SHARE  (60 ÷ 100)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4206240"/>
            <a:ext cx="3749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863840" y="4434840"/>
            <a:ext cx="37490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57200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60 repaired + 24 referred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+ 16 not repairable =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Every item was assessed; most were repaired or referred onward (84 of 100).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Synthetic trial only. Future outcomes will vary; no repair is guaranteed.  •  7  OUTCOMES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SIGN UP BY THE END OF WEEK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Join as a participant or volunteer — events are in 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4067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5221223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5221223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Pick welcome, repair support, or safety check. Give 3 hours; train in week 2; help at a week 4 event.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19" y="1691640"/>
            <a:ext cx="544067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7" y="1801368"/>
            <a:ext cx="5221223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7" y="2423160"/>
            <a:ext cx="5221223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Register for North, East, South, or West and bring one small household item to your 2-hour session.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69080"/>
            <a:ext cx="353568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142232"/>
            <a:ext cx="3389376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Sign up by end WK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2920" y="4069080"/>
            <a:ext cx="353568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6072" y="4142232"/>
            <a:ext cx="3389376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Train in WK 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38600" y="459486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22920" y="4069080"/>
            <a:ext cx="353568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6072" y="4142232"/>
            <a:ext cx="3389376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Repair in WK 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48600" y="459486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5394960"/>
            <a:ext cx="11155680" cy="7772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TO SIGN UP, CONTACT:  Local organizer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campaign. Contact shown is a placeholder.  •  8 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