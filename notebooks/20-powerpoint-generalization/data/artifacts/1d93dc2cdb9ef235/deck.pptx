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Succeeded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Incident window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8720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Incident window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1280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Simulated Service Disruption —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Fictional incident • 09:00–10:14 • For process-improvement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675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0350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What happened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 deployment at 09:00 was followed by rising errors, investigation, and a rollback. Error rate returned to baseline at 10:14.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This is a fictional, simulated incident. All data are synthetic.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3736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74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7802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Total window 09:00–10:14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97180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29800" y="173736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2A5F5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47802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 in window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29800" y="297180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324612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986783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in window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448056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29800" y="324612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1,280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986783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9800" y="448056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4434840"/>
            <a:ext cx="11183112" cy="13258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Decision focus for managers:  Recovery is verified. Preventing recurrence still depends on planned work — capping retries and completing a causal load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Impact: 1,280 of 10,000 requests failed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Window-wide request counts, 09:00–10:14 • Requests are not distinct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2A5F5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in incident window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0896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1,280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1,280 ÷ 10,000 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8,720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Succeeded (87.2%)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by outcome — count of requests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611880"/>
          <a:ext cx="65836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543800" y="3383280"/>
            <a:ext cx="4114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566160"/>
            <a:ext cx="352044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What we do not know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Distinct affected users: UNKNOWN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One person may account for many requests, so 1,280 failed requests ≠ 1,280 affected people.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Timeline: 74 minutes from deploy to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09:00 deployment to 10:14 baseline • Cards alternate for readability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703320"/>
            <a:ext cx="10927080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2588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3593592"/>
            <a:ext cx="219456" cy="21945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3593592"/>
            <a:ext cx="219456" cy="21945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35640" y="3593592"/>
            <a:ext cx="219456" cy="219456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4251960"/>
            <a:ext cx="1737360" cy="13258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(+8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4251960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(13 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76688" y="4251960"/>
            <a:ext cx="1737360" cy="132588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10:14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Baseline restored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5852160"/>
            <a:ext cx="3886200" cy="5029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961888"/>
            <a:ext cx="3611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Duration: 09:00 → 10:14  =  74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Error rate peaked at 25% at 09:30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Spot observations every 15 minutes — not the 12.8% window-wide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Error rate (%) at each observation time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76809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78308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6060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before rollback at 09:35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3520440"/>
            <a:ext cx="3108960" cy="150876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3657600"/>
            <a:ext cx="26060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Recovery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4% at 10:00 → 1% at 10:15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near 2% start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43600"/>
            <a:ext cx="11183112" cy="4114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63238"/>
                </a:solidFill>
                <a:latin typeface="Arial"/>
              </a:defRPr>
            </a:pPr>
            <a:r>
              <a:t>All six observations shown: 2 / 18 / 25 / 14 / 4 / 1 %. Do not equate any single point with the 12.8% window-wide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Evidence is observed; cause is still a hypothesis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Keep what was seen separate from what is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Connection pool saturation after the 09:00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Recovery after rollback was complete at 09:48.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 may have driven saturation.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Not yet proven.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Not yet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Root cause therefore remains unconfirmed.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074920"/>
            <a:ext cx="1001268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5349240"/>
            <a:ext cx="9235440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5504688"/>
            <a:ext cx="8686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Implication: treat retry amplification as the leading explanation to test — not as an established root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Response: rollback first, then verify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Verification comes after rollback — not before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4406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7558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86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85892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9044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11572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77379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0531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03059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68865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2017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4545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7947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663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Handles the rollback (09:35–09:48).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947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39"/>
            <a:ext cx="4663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Authorizes restoration once baseline is verified (10:14).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5806440"/>
            <a:ext cx="6446520" cy="45720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5916168"/>
            <a:ext cx="6080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Sequence preserved:  Rollback  →  Verify baseline  →  Retrospective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Actions: 1 complete, 2 still planned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Planned actions are not complete — deadlines in days from incident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783080"/>
            <a:ext cx="26517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578608"/>
            <a:ext cx="26517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Actions complete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108960"/>
            <a:ext cx="26517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3383280"/>
            <a:ext cx="26517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178808"/>
            <a:ext cx="26517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Still planned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4709160"/>
            <a:ext cx="26517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5349240"/>
            <a:ext cx="11183112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04688"/>
            <a:ext cx="10607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Earliest open deadline: Owner B's causal load test by day 7. Retry cap (Owner A, day 12) is the last planned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Lessons: what to carry into process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distinctions to preserve in every future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1  Evidence ≠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Separate observed evidence (pool saturation; recovery after rollback) from the root-cause hypothesis (retry amplification).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2  Requests ≠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Preserve the distinction between 1,280 failed requests and affected people. Distinct affected users remain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3  Recovered ≠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Recovery is verified at 10:14. Preventing recurrence still depends on planned work: load test by day 7, retry cap by day 12.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983480"/>
            <a:ext cx="973836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5166360"/>
            <a:ext cx="9189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Decision: close the incident as recovered — keep prevention open until the planned actions are done.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Fictional simulation  •  All data are 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