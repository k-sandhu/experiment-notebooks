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Teams</c:v>
                </c:pt>
              </c:strCache>
            </c:strRef>
          </c:tx>
          <c:spPr>
            <a:solidFill>
              <a:srgbClr val="595959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Report duplicated work</c:v>
                </c:pt>
                <c:pt idx="1">
                  <c:v>Did not report duplicated work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</c:v>
                </c:pt>
                <c:pt idx="1">
                  <c:v>44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595959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Visits</c:v>
                </c:pt>
                <c:pt idx="1">
                  <c:v>Signups</c:v>
                </c:pt>
                <c:pt idx="2">
                  <c:v>Trial starts</c:v>
                </c:pt>
                <c:pt idx="3">
                  <c:v>Paid teams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1300</c:v>
                </c:pt>
                <c:pt idx="1">
                  <c:v>450</c:v>
                </c:pt>
                <c:pt idx="2">
                  <c:v>200</c:v>
                </c:pt>
                <c:pt idx="3">
                  <c:v>92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09728" cy="5394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08080"/>
                </a:solidFill>
                <a:latin typeface="Arial"/>
              </a:defRPr>
            </a:pPr>
            <a:r>
              <a:t>PRODUCT OVERVIEW FOR SMALL-TEAM LEADERS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5156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00000"/>
                </a:solidFill>
                <a:latin typeface="Arial"/>
              </a:defRPr>
            </a:pPr>
            <a:r>
              <a:t>Fictional Team Scheduler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5156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One shared workflow for small teams: import availability, flag conflicts, approve the schedule and notify everyone.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3063240"/>
            <a:ext cx="10728655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3200400"/>
            <a:ext cx="10698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Deck at a glance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3657600"/>
          <a:ext cx="1072865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914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Problem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Workflow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Plans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Decision requested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66 of 110 pilot teams (60.0%) report duplicated scheduling work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Import → flag conflicts → approve → notify; a conflict loops back to availability review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Starter $21, Pro $59 per team/month; Enterprise via sales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Start a 14-day Pro trial; no payment required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14400" y="6035040"/>
            <a:ext cx="106984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08080"/>
                </a:solidFill>
                <a:latin typeface="Arial"/>
              </a:defRPr>
            </a:pPr>
            <a:r>
              <a:t>All performance numbers in this deck are synthetic and are not customer testimonials.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02 ·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Six in ten pilot teams report duplicated scheduling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66 of 110 surveyed teams (60.0%) report duplicated scheduling work.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8308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2057400"/>
            <a:ext cx="6400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Pilot teams by survey response (count of teams, n = 110)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2468880"/>
          <a:ext cx="6400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06640" y="2057400"/>
            <a:ext cx="423641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Survey arithmetic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06640" y="2468880"/>
          <a:ext cx="423641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8207"/>
                <a:gridCol w="2118208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Measure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Teams surveyed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Report duplication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Did not report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44 (110 − 66)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Share reporting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60.0% (66 ÷ 110)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406640" y="4983480"/>
            <a:ext cx="4236415" cy="1143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5029200"/>
            <a:ext cx="3977639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Caveat: synthetic pilot survey count. It is not a market-size estimate and does not measure time lost.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Synthetic data for a fictional product; not customer testimonials.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03 ·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Four steps, with one decision gate before approval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No schedule is approved while a conflict is open: conflicts return to availability review.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8308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2057400"/>
            <a:ext cx="201168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19202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1  Import availability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2057400"/>
            <a:ext cx="201168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2194560"/>
            <a:ext cx="19202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2  Flag conflicts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2057400"/>
            <a:ext cx="1737360" cy="1143000"/>
          </a:xfrm>
          <a:prstGeom prst="rect">
            <a:avLst/>
          </a:prstGeom>
          <a:solidFill>
            <a:srgbClr val="D9D9D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0" y="2194560"/>
            <a:ext cx="164592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Decision: conflict found?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2057400"/>
            <a:ext cx="182880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2194560"/>
            <a:ext cx="173736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3  Approve schedule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66960" y="2057400"/>
            <a:ext cx="1676095" cy="1143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12680" y="2194560"/>
            <a:ext cx="1584655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4  Notify team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60320" y="2628900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29200" y="2628900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223760" y="2628900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509760" y="2628900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78040" y="2240280"/>
            <a:ext cx="5486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No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55080" y="3200400"/>
            <a:ext cx="0" cy="548639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554480" y="3749039"/>
            <a:ext cx="480060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554480" y="3200400"/>
            <a:ext cx="0" cy="548639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828800" y="3337560"/>
            <a:ext cx="43891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Yes → return to availability review, then re-check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48640" y="4114800"/>
          <a:ext cx="11094415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What the tool does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Output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  Import availability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Pulls team members' availability into one shared calendar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Single availability view; less manual re-entry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  Flag conflicts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Detects overlapping shifts and marks them for review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List of open conflicts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Decision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Open conflict? Yes → back to availability review; No → proceed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Conflict-free draft schedule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  Approve  →  4  Notify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Leader approves; approval is recorded; team is notified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Approval history entry and team notification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6" name="Connector 25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Intended workflow of a fictional product; illustrative only.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04 · PLANS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Pro adds conflict alerts and 8× the member limit for $38 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Prices are per team per month. Enterprise pricing is available only from sales.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8308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057400"/>
          <a:ext cx="749807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874519"/>
                <a:gridCol w="1874519"/>
                <a:gridCol w="1874522"/>
              </a:tblGrid>
              <a:tr h="51435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Feature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Starter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Enterprise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Price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$21 / team / month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$59 / team / month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Member limit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 members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40 members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Shared calendar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Included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Included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 alerts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Not included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Included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Cost per member at full limit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$4.20 ($21 ÷ 5)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$1.48 ($59 ÷ 40)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Not published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12-month cost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$252 (12 × $21)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$708 (12 × $59)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Not published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Fit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Up to 5 people; calendar only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Up to 40 people; needs conflict checks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Custom needs; ask sales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321040" y="2057400"/>
            <a:ext cx="3322015" cy="4114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2194560"/>
            <a:ext cx="3017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Reading the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651760"/>
            <a:ext cx="301752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Pro − Starter = $38 / team / month ($59 − $21) for +35 members and conflict alerts.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503920" y="3749039"/>
            <a:ext cx="2956255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503920" y="3886200"/>
            <a:ext cx="301752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Conflict alerts support the workflow's decision gate; Starter does not include them.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03920" y="4983480"/>
            <a:ext cx="2956255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503920" y="5120640"/>
            <a:ext cx="30175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No Enterprise price is stated; quote comes from sales.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Fictional pricing; per-member (rounded to cents) and 12-month figures are simple arithmetic, not discounts.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05 · FUNNEL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46.0% of trial starts became paid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92 paid teams from 200 trial starts; 7.1% of the 1,300 visits ended as paid teams.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8308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2057400"/>
            <a:ext cx="6400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Funnel stage counts (visits, then teams)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2468880"/>
          <a:ext cx="6400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06640" y="2057400"/>
            <a:ext cx="423641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Stage-to-stage conversion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06640" y="2468880"/>
          <a:ext cx="423641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2138"/>
                <a:gridCol w="1412138"/>
                <a:gridCol w="1412139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Transition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Counts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Rate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Visits → signups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1,300 → 450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34.6%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Signups → trials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450 → 200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44.4%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Trials → paid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200 → 92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46.0%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Visits → paid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1,300 → 92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7.1%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406640" y="5212080"/>
            <a:ext cx="4236415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5257800"/>
            <a:ext cx="3977639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Descriptive counts only; they do not show that the product caused any outcome.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Synthetic funnel data; rates rounded to one decimal.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06 ·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Three features map to three steps of the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Benefits are described qualitatively; no time-saving figure has been measured or claimed.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8308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2057400"/>
            <a:ext cx="3546043" cy="1600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Availability import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329184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Reduces manual re-entry of team availability.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3283" y="2057400"/>
            <a:ext cx="3546043" cy="1600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0443" y="214884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Conflict alerts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0443" y="2560320"/>
            <a:ext cx="329184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Surface overlapping shifts before approval.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7926" y="2057400"/>
            <a:ext cx="3545128" cy="1600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5086" y="214884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Approval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5086" y="2560320"/>
            <a:ext cx="329184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Records who approved each schedule.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3886200"/>
          <a:ext cx="1109441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2218883"/>
                <a:gridCol w="2218883"/>
                <a:gridCol w="2218883"/>
                <a:gridCol w="2218883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Feature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Workflow step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Operational effect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Plan availability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Quantified saving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Availability import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  Import availability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Less manual re-entry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Not specified by plan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None provided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 alerts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  Flag conflicts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Overlaps visible before approval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None provided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Approval history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  Approve schedule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Record of who approved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Not specified by plan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None provided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Assess fit by asking: which of these three steps costs your team the most effort today?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Fictional product; no time-saving claim is made.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07 ·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Week 7 launch requires both beta feedback AND security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Beta (weeks 1–3) and security review (weeks 2–4) overlap; support training stays in week 5.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8308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91840" y="2057400"/>
            <a:ext cx="1188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Wk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057400"/>
            <a:ext cx="1188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Wk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2057400"/>
            <a:ext cx="1188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Wk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057400"/>
            <a:ext cx="1188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Wk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057400"/>
            <a:ext cx="1188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Wk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057400"/>
            <a:ext cx="1188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Wk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2057400"/>
            <a:ext cx="1188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Wk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14600"/>
            <a:ext cx="26517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Beta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2468880"/>
            <a:ext cx="3566160" cy="41148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6517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Security review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71800"/>
            <a:ext cx="3566160" cy="41148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20440"/>
            <a:ext cx="26517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Support training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3474720"/>
            <a:ext cx="1188720" cy="4114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023360"/>
            <a:ext cx="26517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Launch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24160" y="3977639"/>
            <a:ext cx="118872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858000" y="2674620"/>
            <a:ext cx="352044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046720" y="3177540"/>
            <a:ext cx="233172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378440" y="2468880"/>
            <a:ext cx="0" cy="192024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48640" y="4617720"/>
          <a:ext cx="1109441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0175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Milestone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Weeks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Dependency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Beta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1–3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None; feeds launch gate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Security review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2–4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None; feeds launch gate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Support training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Stays in week 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Launch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Beta feedback AND security review both complete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5" name="Connector 2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Black vertical line = launch gate. Fictional plan; weeks are relative; no activity is scheduled in week 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08 · INVITATION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Decision: run a 14-day Pro trial with your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Test the full workflow, including conflict alerts, before any payment is required.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8308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2057400"/>
            <a:ext cx="5394960" cy="4114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109728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84632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0000"/>
                </a:solidFill>
                <a:latin typeface="Arial"/>
              </a:defRPr>
            </a:pPr>
            <a:r>
              <a:t>14-day Pro trial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48463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No payment required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4343400"/>
            <a:ext cx="47548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4526280"/>
            <a:ext cx="484632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After the trial, Pro is $59 / team / month for up to 40 members, with conflict alerts plus shared calendar.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057400"/>
            <a:ext cx="533369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Trial terms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309360" y="2468880"/>
          <a:ext cx="53336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6847"/>
                <a:gridCol w="2666848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Term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Detail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Trial length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14 days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Payment during trial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None required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Plan tested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Pro: 40 members, conflict alerts + calendar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Price after trial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$59 / team / month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309360" y="4983480"/>
            <a:ext cx="533369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Suggested trial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5349240"/>
            <a:ext cx="5333695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Days 1–3: import availability · Days 4–10: schedule and resolve flagged conflicts · Days 11–14: review approval history and decide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Fictional product; all figures synthetic. Suggested trial plan is illustrative.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