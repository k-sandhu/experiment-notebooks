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YOU'RE INVITED  •  FICTIONAL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132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Bring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Let's fix it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6675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7474F"/>
                </a:solidFill>
                <a:latin typeface="Arial"/>
              </a:defRPr>
            </a:pPr>
            <a:r>
              <a:t>A neighborhood Repair Café where local residents bring one small household item, learn alongside volunteers, and see what can be repaired.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057400" cy="56692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783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Events: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822191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617720"/>
            <a:ext cx="6309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846320"/>
            <a:ext cx="6766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Everyone is welcome — as a participant with an item, or as a volunteer. No experience needed to take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640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82296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WHO CAN JOIN?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Local residents — bring an item or lend a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31720"/>
            <a:ext cx="315468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HOW IT FLOWS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Arrive → assess → repair together → follow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23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0624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WANT TO HELP?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 in welcome, repair support, or safety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repair is guaranteed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162 seats across four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46E7A"/>
                </a:solidFill>
                <a:latin typeface="Arial"/>
              </a:defRPr>
            </a:pPr>
            <a:r>
              <a:t>Pick the session that suits you — every session lasts 2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67665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Seats per session  (seats)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788920"/>
          <a:ext cx="621792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2148840"/>
            <a:ext cx="3566160" cy="1600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377440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023360"/>
            <a:ext cx="32461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51960"/>
            <a:ext cx="26517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THE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45 + 39 + 31 + 47 = 162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 sessions × 2 hours = 8 event-hours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Walk-ins are welcome within session capacity — signing up helps us plan.  →  See slide 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29 neighbors, 87 volunteer-hours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840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2004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29 volunteers  ×  3 hours each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=  87 volunteer-hours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83080"/>
            <a:ext cx="62179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You don't need to be a specialist to help.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Training is in Week 2, and every role supports the others.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Greet arrivals, check people in, explain how the session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383280" cy="19202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  •  REPAIR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Work alongside participants to assess and attempt fixes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474720"/>
            <a:ext cx="33375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7033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SAFETY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Look over items and work areas before and after each repair attempt.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291840"/>
            <a:ext cx="384048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4663440"/>
            <a:ext cx="365759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576072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No specialist qualification is implied by any volunteer role.  Volunteer sign-up closes at the end of Week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small, transparent $2,860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Every dollar is listed below. Nothing is hidden in a footnote.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949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2103120"/>
            <a:ext cx="3520440" cy="1508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304288"/>
            <a:ext cx="2880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SUM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$1,270 + $950 + $640 + $0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=  $2,860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886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406908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PER SEAT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$2,860 ÷ 162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≈  $17.65 per 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Materials are the largest share ($1,270 of $2,860 ≈ 44%). Access support is budgeted at $0 in this synthetic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Five weeks from sign-up to follow-up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2788920"/>
            <a:ext cx="960120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24612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+ sign-up closes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46120"/>
            <a:ext cx="196596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 week after events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2763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58768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44768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94192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58875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5074920"/>
            <a:ext cx="7772400" cy="9601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285232"/>
            <a:ext cx="7132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⚠  Week 4 events depend on BOTH Week 2 training AND Week 3 venue confirmation.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We'll assess it together, try a fix if we can, and talk through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BRING ONE ITEM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small household item per participant keeps sessions moving.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423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  •  REPAIR TOGETHER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on the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194560"/>
            <a:ext cx="33375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423160"/>
            <a:ext cx="26974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WALK-INS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Within session capacity — North 45, East 39, South 31, West 47.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9418320" cy="12344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526280"/>
            <a:ext cx="8686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Please know:  no repair is guaranteed, and no safety certification is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If we can't fix it, we'll say so — and discuss referral or next steps where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OUTCOMES  •  LAST SYNTHETIC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60.0% repaired in the synthetic 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675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Trial outcomes  (items, of 90 assessed)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2286000"/>
          <a:ext cx="61264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691640"/>
            <a:ext cx="3749039" cy="1645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874519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 SHARE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54 ÷ 90  =  60.0%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35661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794760"/>
            <a:ext cx="29260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COUNTS ADD 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54 + 22 + 14 = 90 assessed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Referred 24.4%  •  Not repairable 15.6%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Last synthetic trial only — these are illustrative counts, not results from a real community. Future outcomes will vary.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Sign up by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end of Week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6858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Events are in Week 4. Choose your path below — we'll see you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3474720" cy="1783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PARTICIPANT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Bring one small household item to a Week 4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11880"/>
            <a:ext cx="3474720" cy="178308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84048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Welcome, repair support, or safety check — 3 hours, training Week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82296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51560"/>
            <a:ext cx="25146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AT A GLANCE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162 seats  •  4 sessions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29 volunteers  •  87 hrs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Budget  $2,860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429000"/>
            <a:ext cx="3337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6974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QUESTIONS?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Contact:  Local organizer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623560"/>
            <a:ext cx="10881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guaranteed repair or safety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