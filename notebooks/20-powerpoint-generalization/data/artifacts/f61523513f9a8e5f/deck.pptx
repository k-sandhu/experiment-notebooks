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333333"/>
                </a:solidFill>
                <a:latin typeface="Arial"/>
              </a:defRPr>
            </a:pPr>
            <a:r>
              <a:t>HELP GIVE HOUSEHOLD ITEMS ANOTHER CHANCE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8813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55A4"/>
                </a:solidFill>
                <a:latin typeface="Arial"/>
              </a:defRPr>
            </a:pPr>
            <a:r>
              <a:t>A fictional neighborhood repair-café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68580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Bring your curiosity.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Lend a hand. Take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63824"/>
            <a:ext cx="6537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Neighbors can join as participants or volunteers. Help welcome visitors, support repair activities or assist with safety checks. No specialist qualification is implied.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947672"/>
            <a:ext cx="384048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221992"/>
            <a:ext cx="32918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61488"/>
            <a:ext cx="3291840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1  Sign up by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2  Volunteers train in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3  Attend events in week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4  Follow up in 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02352"/>
            <a:ext cx="6720840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Choose how you would like to help and contact the “Local organizer” placeholder to express interest.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176 SEATS ACROSS FOUR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Capacity is set for each session; every session lasts 2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37943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SESSION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72237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Seats per session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670048"/>
          <a:ext cx="7040880" cy="3218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1901952"/>
            <a:ext cx="22860" cy="385876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01168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2825496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3575304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4 × 2 hours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8 session-hours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4690872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32 VOLUNTEERS. 96 HOURS OF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 3-hour commitment per volunteer supports the repair initiative.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0972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32 volunteers × 3 hours each = 96 volunteer-hours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43784"/>
            <a:ext cx="3502152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5112" y="2843784"/>
            <a:ext cx="3502152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01583" y="2843784"/>
            <a:ext cx="3511296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0449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94176"/>
            <a:ext cx="3017520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108960"/>
            <a:ext cx="30449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694176"/>
            <a:ext cx="3017520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organize items and parts, and support activities within your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108960"/>
            <a:ext cx="30449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694176"/>
            <a:ext cx="3017520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95544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Training is in week 2. No specialist qualification is implied; safety checks do not provide safety certification.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A $3,020 EVENT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Materials are the largest cost, followed by venue and outreach.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92807"/>
            <a:ext cx="67665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BUDGET BREAKDOWN • DOLLARS ($)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6812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40614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3,020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09560" y="1892807"/>
            <a:ext cx="22860" cy="386791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029968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55A4"/>
                </a:solidFill>
                <a:latin typeface="Arial"/>
              </a:defRPr>
            </a:pPr>
            <a:r>
              <a:t>$3,020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843784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685032"/>
            <a:ext cx="32004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+ $680 + $0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= $3,020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138928"/>
            <a:ext cx="320040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Access support has a $0 budget 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TRAIN FIRST. HOLD EVENTS IN WEEK 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Events depend on both completed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6596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615184"/>
            <a:ext cx="110642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2898648"/>
            <a:ext cx="192024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898648"/>
            <a:ext cx="192024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898648"/>
            <a:ext cx="192024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898648"/>
            <a:ext cx="1920240" cy="159105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898648"/>
            <a:ext cx="192024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45536"/>
            <a:ext cx="160934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45536"/>
            <a:ext cx="160934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Sign-up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145536"/>
            <a:ext cx="160934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145536"/>
            <a:ext cx="160934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145536"/>
            <a:ext cx="1609344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One week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10912"/>
            <a:ext cx="11064240" cy="896112"/>
          </a:xfrm>
          <a:prstGeom prst="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1060704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EVENT GATE: Week 2 training completed AND week 3 venue confirmation → week 4 events.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Join a session with clear expectations about what repair support can offer.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8348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TAKING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4983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58184"/>
            <a:ext cx="4937760" cy="1828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87368"/>
            <a:ext cx="4983480" cy="10241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capacity. Each session lasts 2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38528"/>
            <a:ext cx="22860" cy="376732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5102352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937760" cy="10241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 at the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3986784"/>
            <a:ext cx="51023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4251960"/>
            <a:ext cx="4617720" cy="8595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A repair is not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SYNTHETIC TRIAL: 60.0% REPAIR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Last synthetic trial • 100 items assessed • Illustrative results, not a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83664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OUTCOMES FOR ASSESSED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1323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Number of items • last synthetic trial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724912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19872" y="1901952"/>
            <a:ext cx="22860" cy="387705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993392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862072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557016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4736592"/>
            <a:ext cx="31089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60 + 24 + 16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All assessed items are accounted for.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Choose your role now. Repair events take place in week 4.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36208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46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52928"/>
            <a:ext cx="48463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available skills and parts.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21992"/>
            <a:ext cx="4846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48463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checks. Training is in week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90288"/>
            <a:ext cx="11064240" cy="112471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6492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CONTACT: Local organizer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Placeholder for participant and volunteer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37176"/>
            <a:ext cx="353872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DEADLINE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End of 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07024"/>
            <a:ext cx="11064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Walk-ins welcome within capacity. No guaranteed repair or safety certification.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9144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