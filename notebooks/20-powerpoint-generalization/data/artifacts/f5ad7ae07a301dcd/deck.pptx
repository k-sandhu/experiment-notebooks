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STOCKROOM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59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Know when it is time to reorder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1691640"/>
            <a:ext cx="843991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A simple rule for new stockroom coordinators—one you can apply during every shift.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43032" cy="242316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01  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11880"/>
            <a:ext cx="26974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Learn the trigger and the stock measure to compare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971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02  Work it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611880"/>
            <a:ext cx="26974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Follow one item from its daily demand to its order quantity.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063240"/>
            <a:ext cx="3246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03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611880"/>
            <a:ext cx="3246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Make a reorder decision, then check your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486400"/>
            <a:ext cx="9921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Your goal: calculate the position, check the trigger, choose ORDER or WAIT.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Calculate two numbers. Compare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43032" cy="1188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20574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1. Set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883664"/>
            <a:ext cx="7635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9966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Demand during the wait uses stock. Safety stock adds a buffer. The result is a trigger in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10543032" cy="100584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13632"/>
            <a:ext cx="2057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2. Find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5B3A"/>
                </a:solidFill>
                <a:latin typeface="Georgia"/>
              </a:defRPr>
            </a:pPr>
            <a: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977639"/>
            <a:ext cx="7635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10543032" cy="9601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239512"/>
            <a:ext cx="9966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ORDER when inventory position ≤ reorder point. Otherwise, WAIT.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≤ means less than or equal to.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  /  THE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Build the reorder point, 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DAILY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19 units/day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6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331720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5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83080"/>
            <a:ext cx="3246120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20240"/>
            <a:ext cx="2788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SAFETY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331720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28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6355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STEP 1  Cover demand during the 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67912"/>
            <a:ext cx="63550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19 units/day × 5 days = 95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6355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STEP 2  Add the safety stock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48072"/>
            <a:ext cx="63550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95 units + 28 units = 123 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337560"/>
            <a:ext cx="3593592" cy="25146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593592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8E7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114800"/>
            <a:ext cx="30175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8E7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029200"/>
            <a:ext cx="3017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8E7"/>
                </a:solidFill>
                <a:latin typeface="Georgia"/>
              </a:defRPr>
            </a:pPr>
            <a:r>
              <a:t>This is the trigger for ordering.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  / 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Use the full inventory position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783080"/>
          <a:ext cx="4846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8293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Stock measure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115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2E6C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389120"/>
            <a:ext cx="48463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Include the 20 units already ordered; subtract the 17 units committed.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83080"/>
            <a:ext cx="5193792" cy="23317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645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451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115 + 20 − 17 = 118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18688"/>
            <a:ext cx="46451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5B3A"/>
                </a:solidFill>
                <a:latin typeface="Georgia"/>
              </a:defRPr>
            </a:pPr>
            <a:r>
              <a:t>118 &lt; 123 units →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5193792" cy="1600200"/>
          </a:xfrm>
          <a:prstGeom prst="roundRect">
            <a:avLst/>
          </a:prstGeom>
          <a:solidFill>
            <a:srgbClr val="E9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544568"/>
            <a:ext cx="4645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TARGET POSITION: 223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0056"/>
            <a:ext cx="46451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223 − 118 = 105 units to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77840"/>
            <a:ext cx="4645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Check: 118 + 105 = 223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4846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123 is the trigger.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105 is this example’s order quantity.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counts and calculations are in units.  •  All data are synthetic.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Follow the decision from counts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2834640" cy="1371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24688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1.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On-hand, on-order,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committed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03320" y="2514600"/>
            <a:ext cx="54864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51960" y="1828800"/>
            <a:ext cx="3383280" cy="13716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65960"/>
            <a:ext cx="30175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2.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On-hand + on-order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− committed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514600"/>
            <a:ext cx="6400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828800"/>
            <a:ext cx="3136392" cy="1371600"/>
          </a:xfrm>
          <a:prstGeom prst="roundRect">
            <a:avLst/>
          </a:prstGeom>
          <a:solidFill>
            <a:srgbClr val="E9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965960"/>
            <a:ext cx="27706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3. Compare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Position with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48088" y="3200400"/>
            <a:ext cx="0" cy="50292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3703320"/>
            <a:ext cx="3904488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3703320"/>
            <a:ext cx="0" cy="82296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48088" y="3703320"/>
            <a:ext cx="0" cy="82296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51960" y="3886200"/>
            <a:ext cx="3383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At or below the trigger (≤)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886200"/>
            <a:ext cx="31363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Above the trigger (&gt;)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526280"/>
            <a:ext cx="3383280" cy="11430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645152"/>
            <a:ext cx="2926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8E7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8E7"/>
                </a:solidFill>
                <a:latin typeface="Georgia"/>
              </a:defRPr>
            </a:pPr>
            <a:r>
              <a:t>Use the target to size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526280"/>
            <a:ext cx="3136392" cy="114300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645152"/>
            <a:ext cx="267919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Review again next day.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48088" y="5669280"/>
            <a:ext cx="0" cy="41148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02920" y="6080760"/>
            <a:ext cx="9345168" cy="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02920" y="2514600"/>
            <a:ext cx="0" cy="356616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2514600"/>
            <a:ext cx="365760" cy="0"/>
          </a:xfrm>
          <a:prstGeom prst="line">
            <a:avLst/>
          </a:prstGeom>
          <a:ln w="1905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51560" y="4343400"/>
            <a:ext cx="283464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76644E"/>
                </a:solidFill>
                <a:latin typeface="Georgia"/>
              </a:defRPr>
            </a:pPr>
            <a:r>
              <a:t>Next daily review: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76644E"/>
                </a:solidFill>
                <a:latin typeface="Georgia"/>
              </a:defRPr>
            </a:pPr>
            <a:r>
              <a:t>return to step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76644E"/>
                </a:solidFill>
                <a:latin typeface="Georgia"/>
              </a:defRPr>
            </a:pPr>
            <a:r>
              <a:t>and read the counts.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Read left to right, then follow the matching branch.  •  All data are synthetic.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Would you order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91640"/>
            <a:ext cx="981151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The inventory position has already been calculated. Use it to make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606040"/>
            <a:ext cx="466344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83464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337560"/>
            <a:ext cx="4023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A3B2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2606040"/>
            <a:ext cx="4663440" cy="164592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283464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REORDER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3337560"/>
            <a:ext cx="4023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A3B2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8115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1. Choose ORDER or WAIT.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80"/>
            <a:ext cx="98115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2. Explain your choice using the difference in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06440"/>
            <a:ext cx="98115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45B3A"/>
                </a:solidFill>
                <a:latin typeface="Georgia"/>
              </a:defRPr>
            </a:pPr>
            <a:r>
              <a:t>Pause here. The answer is on the next slide.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Practice exercise  •  All data are synthetic.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PRACTICE ANSWER  / 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WAIT: the position is above the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10451592" cy="10515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47088"/>
            <a:ext cx="99029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135 − 123 = 12 units above the trigger. WAIT; review again next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102687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Keep these three distinctions clear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11880"/>
            <a:ext cx="3264408" cy="24688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80720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Use the full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2807208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Do not compare on-hand alone. Add on-order and subtract committed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3611880"/>
            <a:ext cx="3264408" cy="24688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3794760"/>
            <a:ext cx="280720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Add safety stock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4663440"/>
            <a:ext cx="2807208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Multiply daily demand by days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611880"/>
            <a:ext cx="3264408" cy="24688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794760"/>
            <a:ext cx="280720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Separate when and how much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663440"/>
            <a:ext cx="2807208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A larger reorder point is still a trigger. It does not tell you the order quantity.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All data are synthetic.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KEEP THIS CHECKLIST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4A3B2A"/>
                </a:solidFill>
                <a:latin typeface="Georgia"/>
              </a:defRPr>
            </a:pPr>
            <a:r>
              <a:t>Before you place an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4297680" cy="4297680"/>
          </a:xfrm>
          <a:prstGeom prst="roundRect">
            <a:avLst/>
          </a:prstGeom>
          <a:solidFill>
            <a:srgbClr val="F2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3749039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5B3A"/>
                </a:solidFill>
                <a:latin typeface="Georgia"/>
              </a:defRPr>
            </a:pPr>
            <a:r>
              <a:t>1. Verify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3749039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Use units/day × days, then add units.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3749039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2. Include existing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3749039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3. Subtract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3749039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4. Check the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3749039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Position ≤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ORDER. Otherwise,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828800"/>
            <a:ext cx="5715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Read the decision on a number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560320"/>
            <a:ext cx="57150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Compare inventory position with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123-unit trigger from our example.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3840480"/>
            <a:ext cx="4217670" cy="0"/>
          </a:xfrm>
          <a:prstGeom prst="line">
            <a:avLst/>
          </a:prstGeom>
          <a:ln w="508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5510" y="3840480"/>
            <a:ext cx="1268730" cy="0"/>
          </a:xfrm>
          <a:prstGeom prst="line">
            <a:avLst/>
          </a:prstGeom>
          <a:ln w="38100">
            <a:solidFill>
              <a:srgbClr val="766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77840" y="3721608"/>
            <a:ext cx="0" cy="256031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95510" y="3520440"/>
            <a:ext cx="0" cy="54864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64240" y="3721608"/>
            <a:ext cx="0" cy="256031"/>
          </a:xfrm>
          <a:prstGeom prst="line">
            <a:avLst/>
          </a:prstGeom>
          <a:ln w="190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03520" y="4160520"/>
            <a:ext cx="548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854" y="4160520"/>
            <a:ext cx="135331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123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4160520"/>
            <a:ext cx="731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074920"/>
            <a:ext cx="4069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At or below 123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507492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Above 123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5943600"/>
            <a:ext cx="5715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6644E"/>
                </a:solidFill>
                <a:latin typeface="Georgia"/>
              </a:defRPr>
            </a:pPr>
            <a:r>
              <a:t>Number line shows inventory position in units.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6355080"/>
            <a:ext cx="10725912" cy="0"/>
          </a:xfrm>
          <a:prstGeom prst="line">
            <a:avLst/>
          </a:prstGeom>
          <a:ln w="12700">
            <a:solidFill>
              <a:srgbClr val="D8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446520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6644E"/>
                </a:solidFill>
                <a:latin typeface="Georgia"/>
              </a:defRPr>
            </a:pPr>
            <a:r>
              <a:t>REORDER RULE GUIDE  •  Repeat the check at each daily review.  •  All data are synthetic.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19088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6644E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