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B8C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AEB8C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Equipment investment | Recommendation for capital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SELECT OPTION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Investment selection remains subject to the operational GO / HOLD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Initial investment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32461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474720"/>
            <a:ext cx="2286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605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Base savings return $486k over three years against a $499k investment.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Payback = 499 ÷ 162 = 3.080 years, rounded to 3.1. Three-year net = 3 × 162 − 499 = −13 ($k).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Financial figures use simple, undiscounted calculations.  |  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Reference equipment options | Investment and savings in $k; uptime in 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583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REFERENCE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6629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Annual saving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64592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ANNUAL SAVING ($k)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52360" y="2148840"/>
          <a:ext cx="420624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16636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Higher investment accompanies higher annual savings and higher reference uptime.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Reference uptime describes the options; operational performance must be demonstrated at the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Reference option values are unchanged.  |  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Six-month output | Actual versus target, units per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MONTHLY OUTPUT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7724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5230368"/>
          <a:ext cx="758952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217"/>
                <a:gridCol w="1084217"/>
                <a:gridCol w="1084217"/>
                <a:gridCol w="1084217"/>
                <a:gridCol w="1084217"/>
                <a:gridCol w="1084217"/>
                <a:gridCol w="1084218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M1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M2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M3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M4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M5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M6</a:t>
                      </a:r>
                    </a:p>
                  </a:txBody>
                  <a:tcPr marL="64008" marR="64008" marT="36576" marB="36576">
                    <a:solidFill>
                      <a:srgbClr val="E7EB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1,190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1,170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1920240"/>
            <a:ext cx="3063240" cy="4005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4884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6,490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69748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Actual total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4612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79476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Target total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4343400"/>
            <a:ext cx="2606040" cy="18288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457200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33333"/>
                </a:solidFill>
                <a:latin typeface="Arial"/>
              </a:defRPr>
            </a:pPr>
            <a:r>
              <a:t>110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12064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Total shortfall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M3–M6 exceeded target; the six-month total was 1.7% below plan: 110 ÷ 6,600.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Target is 1,100 units in each month.  |  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Option C sensitivity | Fixed investment of $499k; annual savings vary by ±20%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ANNUAL SAVING ($k / 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46634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32120" y="16459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COMPUTED FINANCIAL OUTCOMES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32120" y="2194560"/>
          <a:ext cx="6126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  <a:gridCol w="1531620"/>
                <a:gridCol w="1531620"/>
              </a:tblGrid>
              <a:tr h="6629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vs. base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32120" y="5029200"/>
            <a:ext cx="612648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Base savings leave a $13k gap at year three; the upside produces an $84.2k surplus.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6072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Payback = 499 ÷ annual saving. Three-year net = (3 × annual saving) − 499. Financial inputs are in $k.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Paybacks use two decimals; the decision slide rounds base payback to one decimal.  |  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Site demand versus capacity | Units per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212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SITE CAPACITY CHECK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5212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6286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645920"/>
            <a:ext cx="5532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DAILY UNITS BY SITE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35040" y="2148840"/>
          <a:ext cx="5623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166360"/>
            <a:ext cx="5212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No site has demand above capacity.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532120"/>
            <a:ext cx="5532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West has the smallest headroom: 330 − 319 = 11 units/day.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5212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Headroom = capacity − demand, in units/day.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These figures do not replace the required capacity validation at all sites.  | 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14-week sequence | Connected Technical and People lanes; activity timing shown in each 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47672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97680"/>
            <a:ext cx="1280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3017520"/>
            <a:ext cx="36576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3017520"/>
            <a:ext cx="36576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43400" y="3474720"/>
            <a:ext cx="0" cy="128016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4754880"/>
            <a:ext cx="114300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60" y="3017520"/>
            <a:ext cx="7772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4754880"/>
            <a:ext cx="4114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863840" y="3017520"/>
            <a:ext cx="0" cy="173736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3017520"/>
            <a:ext cx="36576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08760" y="2560320"/>
            <a:ext cx="1691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724912"/>
            <a:ext cx="1417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560320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724912"/>
            <a:ext cx="1280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560320"/>
            <a:ext cx="1965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2724912"/>
            <a:ext cx="163677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297680"/>
            <a:ext cx="1965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4462272"/>
            <a:ext cx="163677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Train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560320"/>
            <a:ext cx="1371600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2724912"/>
            <a:ext cx="115214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560320"/>
            <a:ext cx="1737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2724912"/>
            <a:ext cx="149961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Validate and Train run in parallel after Build. Both feed the week 10 gate; rollout requires GO.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Connections show dependencies; box widths are not proportional to duration.  |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Week 10 release decision | Every condition must be satisfied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040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REQUIRED EVIDENCE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</a:tblGrid>
              <a:tr h="6217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requirement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Operational 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Site 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2194560"/>
            <a:ext cx="3703320" cy="1325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6080"/>
            <a:ext cx="3246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Only if all conditions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794760"/>
            <a:ext cx="37033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977639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526280"/>
            <a:ext cx="3246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Otherwise, including missing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C’s reference uptime is 99.9%, above the 99.6% threshold. Operational performance must still be proven.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Reference uptime is not proof of operational performance or evidence that the gate has passed.  |  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Likelihood and impact | Each axis uses the supplied 1–5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IMPACT (1–5)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2377440"/>
            <a:ext cx="47548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25880" y="2377440"/>
            <a:ext cx="0" cy="292608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25880" y="5303520"/>
            <a:ext cx="475488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457200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25880" y="384048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310896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5880" y="237744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14807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1655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5351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2199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458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202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074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852160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LIKELIHOOD (1–5)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749039"/>
            <a:ext cx="182880" cy="182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050791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Supplier delay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017520"/>
            <a:ext cx="182880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Training gap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720840" y="2194560"/>
          <a:ext cx="49377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1112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• likelihood / 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 • 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 • 2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Supplier delay has higher likelihood; the training gap has higher impact.  |  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