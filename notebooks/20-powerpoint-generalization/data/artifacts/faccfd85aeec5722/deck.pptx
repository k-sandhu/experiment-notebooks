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Requests in window</c:v>
                </c:pt>
                <c:pt idx="1">
                  <c:v>Succeeded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</c:v>
                </c:pt>
                <c:pt idx="1">
                  <c:v>7820</c:v>
                </c:pt>
                <c:pt idx="2">
                  <c:v>1180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548640"/>
            <a:ext cx="210312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896112"/>
            <a:ext cx="137160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89920" y="1243584"/>
            <a:ext cx="822960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86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01  SUMMARY  |  FICTIONAL INCIDENT  | 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87782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09:00–10:14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A9ADC1"/>
                </a:solidFill>
                <a:latin typeface="Calibri"/>
              </a:defRPr>
            </a:pPr>
            <a:r>
              <a:t>Errors rose after the 09:00 deployment; rollback restored the baseline error rate by 10:14.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74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Incident window, 09:00–10:14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2044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9,000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Requests in the window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044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1,180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Failed requests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15400" y="4069080"/>
            <a:ext cx="23774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892040"/>
            <a:ext cx="23774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Of requests failed (1,180 ÷ 9,000)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5440680"/>
            <a:ext cx="237744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" y="5852160"/>
            <a:ext cx="10789920" cy="64008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852160"/>
            <a:ext cx="109728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16168"/>
            <a:ext cx="10424160" cy="5120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Status: recovery verified  |  preventing recurrence still depends on 2 planned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02 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1,180 of 9,000 requests failed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Request counts in the incident window, 09:00–10:14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67665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9ADC1"/>
                </a:solidFill>
                <a:latin typeface="Calibri"/>
              </a:defRPr>
            </a:pPr>
            <a:r>
              <a:t>Succeeded = 9,000 − 1,180 = 7,820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840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D700"/>
                </a:solidFill>
                <a:latin typeface="Calibri"/>
              </a:defRPr>
            </a:pPr>
            <a:r>
              <a:t>13.1%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01752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of requests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1,180 ÷ 9,000 = 13.1%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4114800"/>
            <a:ext cx="3840480" cy="182880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4114800"/>
            <a:ext cx="128016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206240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572000"/>
            <a:ext cx="34747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Counts are requests, not users. Distinct affected users are unknown.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03 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74 minutes from deployment to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731520" y="3931920"/>
            <a:ext cx="1069848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656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554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5544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3372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4563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5027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5027" y="278892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36945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7409" y="448056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7409" y="493776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16037" y="34747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6501" y="2331720"/>
            <a:ext cx="1828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501" y="2788920"/>
            <a:ext cx="18288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75136" y="3931920"/>
            <a:ext cx="109728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480560"/>
            <a:ext cx="2103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937760"/>
            <a:ext cx="2103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Error rate back at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 → alert 8 min  |  alert → rollback start 27 min  |  rollback 13 min  |  rollback complete → baseline 26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04  ERROR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Sampled error rate peaked at 25% at 09:30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9ADC1"/>
                </a:solidFill>
                <a:latin typeface="Calibri"/>
              </a:defRPr>
            </a:pPr>
            <a:r>
              <a:t>Error rate (% of requests) at each of six sample times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286000"/>
          <a:ext cx="7498079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92024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68833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Peak sample, 09:30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03920" y="320040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03920" y="3383280"/>
            <a:ext cx="31089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151376"/>
            <a:ext cx="31089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Last sample, 10:15 (after window closed)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4663440"/>
            <a:ext cx="31089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503920" y="4892040"/>
            <a:ext cx="3108960" cy="132588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4956048"/>
            <a:ext cx="2880360" cy="12070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Point-in-time samples, not the window-wide rate: 13.1% = 1,180 ÷ 9,000 requests.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05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Observed is not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3566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Connection pool saturation after the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Recovery after the rollback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9080" y="384048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43400" y="219456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Plausible, not confirmed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4114800"/>
            <a:ext cx="274320" cy="0"/>
          </a:xfrm>
          <a:prstGeom prst="line">
            <a:avLst/>
          </a:prstGeom>
          <a:ln w="762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138160" y="2468880"/>
            <a:ext cx="3520440" cy="3566160"/>
          </a:xfrm>
          <a:prstGeom prst="rect">
            <a:avLst/>
          </a:prstGeom>
          <a:solidFill>
            <a:srgbClr val="161827"/>
          </a:solidFill>
          <a:ln>
            <a:solidFill>
              <a:srgbClr val="5A5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31089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9ADC1"/>
                </a:solidFill>
                <a:latin typeface="Calibri"/>
              </a:defRPr>
            </a:pPr>
            <a:r>
              <a:t>NOT YET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108960"/>
            <a:ext cx="3108960" cy="2834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Causal load test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Needed to confirm or reject the hypothesis (Owner B, by day 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Conclusion: the link to deployment and rollback is observed; the root cause is not yet established.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06 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 first, then verify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42032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84064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9744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51775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7455" y="2697479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19488" y="2103120"/>
            <a:ext cx="199339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76272"/>
            <a:ext cx="1847088" cy="10424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B0C15"/>
                </a:solidFill>
                <a:latin typeface="Calibri"/>
              </a:defRPr>
            </a:pPr>
            <a:r>
              <a:t>Retrospective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45167" y="2697479"/>
            <a:ext cx="27432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First alert fires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09:35–09:48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Rollback executed (13 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10:14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Error rate confirmed at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352044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D700"/>
                </a:solidFill>
                <a:latin typeface="Calibri"/>
              </a:defRPr>
            </a:pPr>
            <a:r>
              <a:t>After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931920"/>
            <a:ext cx="2011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Review and follow-up actions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ON-CALL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Handles the rollback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937760"/>
            <a:ext cx="5394960" cy="1188720"/>
          </a:xfrm>
          <a:prstGeom prst="rect">
            <a:avLst/>
          </a:prstGeom>
          <a:solidFill>
            <a:srgbClr val="16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292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SERVICE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4068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Verification comes after rollback: baseline can only be confirmed once the rollback is complete (26 min later).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07 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of 3 actions complete; 2 still planned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11680"/>
          <a:ext cx="7863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315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12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6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7863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9ADC1"/>
                </a:solidFill>
                <a:latin typeface="Calibri"/>
              </a:defRPr>
            </a:pPr>
            <a:r>
              <a:t>Sorted by deadline. The load test checks the retry-amplification hypothesis; the retry cap targets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01168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77977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Complete: saturation alert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" y="329184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1120" y="3566160"/>
            <a:ext cx="265176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334256"/>
            <a:ext cx="265176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Planned: load test, retry cap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961120" y="4846320"/>
            <a:ext cx="265176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961120" y="5120640"/>
            <a:ext cx="26517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5349240"/>
            <a:ext cx="1920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08 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lessons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1572768"/>
            <a:ext cx="4572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011680"/>
            <a:ext cx="9418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87168"/>
            <a:ext cx="94183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Pool saturation and recovery after rollback are observed; retry amplification stays unproven until the causal load test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2900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9052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Failed requests are not affected 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04487"/>
            <a:ext cx="9052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1,180 of 9,000 requests failed (13.1%). The number of distinct affected users is unknown.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846320"/>
            <a:ext cx="128016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846320"/>
            <a:ext cx="11887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46320"/>
            <a:ext cx="8686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Recovered is not the same as prevented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321808"/>
            <a:ext cx="8686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9ADC1"/>
                </a:solidFill>
                <a:latin typeface="Calibri"/>
              </a:defRPr>
            </a:pPr>
            <a:r>
              <a:t>Baseline was verified at 10:14. Preventing recurrence depends on the planned load test (day 7) and retry cap (day 12).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6355080"/>
            <a:ext cx="21031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