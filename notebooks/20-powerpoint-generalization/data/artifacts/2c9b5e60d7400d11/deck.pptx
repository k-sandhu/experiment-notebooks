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Successful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7820</c:v>
                </c:pt>
                <c:pt idx="1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8686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01 /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09728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768096"/>
            <a:ext cx="5943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74 MINUTES.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RECOVERY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Fictional service interruption | 09:00–10:14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1078992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09:35–09:48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02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1,180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FB3C7"/>
                </a:solidFill>
                <a:latin typeface="Calibri"/>
              </a:defRPr>
            </a:pPr>
            <a:r>
              <a:t>Incident window: 09:00–10:14 • 9,000 total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3886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3886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1,180 failed ÷ 9,000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≈ 13.1% window-wide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Rounded to one decimal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514600"/>
            <a:ext cx="64008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REQUEST OUTCOMES • NUMBER OF REQUESTS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800600" y="2999232"/>
          <a:ext cx="6720840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596128"/>
            <a:ext cx="10835640" cy="594360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596128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87568"/>
            <a:ext cx="103327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Counts refer to requests, not distinct users. Distinct affected users are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03 /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DEPLOYMENT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FB3C7"/>
                </a:solidFill>
                <a:latin typeface="Calibri"/>
              </a:defRPr>
            </a:pPr>
            <a:r>
              <a:t>74 minutes elapsed • Event positions reflect elapsed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520440"/>
            <a:ext cx="10287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8680" y="3200400"/>
            <a:ext cx="0" cy="3200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80590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31489" y="3200400"/>
            <a:ext cx="0" cy="3200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4202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1056" y="3200400"/>
            <a:ext cx="0" cy="3200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55680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7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915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40049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42762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49616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64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423160"/>
            <a:ext cx="2103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51960"/>
            <a:ext cx="2103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423160"/>
            <a:ext cx="2971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51960"/>
            <a:ext cx="26060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23160"/>
            <a:ext cx="2880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25196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Error rate returns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to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23560"/>
            <a:ext cx="10835640" cy="530352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8 min to alert  •  13 min rollback  •  26 min from rollback completion to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04 /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Calibri"/>
              </a:defRPr>
            </a:pPr>
            <a:r>
              <a:t>SIX OBSERVATIONS. A CLEAR SURGE.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7223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OBSERVED ERROR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423160"/>
          <a:ext cx="7726679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2468880"/>
            <a:ext cx="109728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514600"/>
            <a:ext cx="2468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383280"/>
            <a:ext cx="24688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Highest sampled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at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4572000"/>
            <a:ext cx="24688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FB3C7"/>
                </a:solidFill>
                <a:latin typeface="Calibri"/>
              </a:defRPr>
            </a:pPr>
            <a:r>
              <a:t>10:15 sample is after the incident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24728"/>
            <a:ext cx="1078992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Sampled rates differ from the window-wide rate: 1,180 ÷ 9,000 ≈ 13.1%.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05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OBSERVATIONS ≠ PROVEN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5166360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46634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4617720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Recovery after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50592"/>
            <a:ext cx="5349240" cy="27614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688336"/>
            <a:ext cx="47091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461772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532120"/>
            <a:ext cx="12344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48840" y="5404104"/>
            <a:ext cx="914400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root-cause hypothesis remains unconfirmed.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06 /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ROLL BACK. THEN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Response sequence • Read left to right • Verification follows rollback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456432"/>
            <a:ext cx="9144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2880360"/>
            <a:ext cx="1965960" cy="1170432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8648" y="2880360"/>
            <a:ext cx="1965960" cy="1170432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1496" y="2880360"/>
            <a:ext cx="1965960" cy="1170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24344" y="2880360"/>
            <a:ext cx="1965960" cy="1170432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37192" y="2880360"/>
            <a:ext cx="1965960" cy="1170432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1783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063240"/>
            <a:ext cx="1783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3063240"/>
            <a:ext cx="1783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3063240"/>
            <a:ext cx="1783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Verify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3063240"/>
            <a:ext cx="187451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81728"/>
            <a:ext cx="5166360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66344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910328"/>
            <a:ext cx="5330952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074920"/>
            <a:ext cx="484632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07 /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TWO PLANNED. ONE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Track the remaining work through delivery and validation.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560320"/>
          <a:ext cx="10835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7543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12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7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5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8686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5943600"/>
            <a:ext cx="5029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5733288"/>
            <a:ext cx="8961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Recurrence prevention still depends on the planned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08 /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RECOVERED. WORK REMAINS.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14016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86000"/>
            <a:ext cx="9509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SEPARATE EVIDENCE FROM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88920"/>
            <a:ext cx="9509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Saturation and recovery were observed; retry amplification remains a hypothesis.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39312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93592"/>
            <a:ext cx="9281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KEEP REQUESTS DISTINCT FROM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096512"/>
            <a:ext cx="9281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1,180 failed requests. Distinct affected users are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946904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901184"/>
            <a:ext cx="9052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VERIFY RECOVERY. FINISH PREVENTION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422392"/>
            <a:ext cx="90525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Recovery is verified. Preventing recurrence still depends on planned retry limits and the causal load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