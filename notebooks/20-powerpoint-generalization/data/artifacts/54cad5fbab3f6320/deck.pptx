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Succeeded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Requests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7820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Requests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320040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01  —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594360"/>
            <a:ext cx="3273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ALL DATA ARE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83112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FICTIONAL 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INTERRUPTION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111831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74-minute incident window  •  09:00–10:14  •  Recovery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69494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For internal technical teams. Timeline and symptoms below define the scope of this fictional event — not a confirmed root cause.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434840"/>
            <a:ext cx="3566160" cy="123444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3108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09:00–10:14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Incident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434840"/>
            <a:ext cx="3566160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572000"/>
            <a:ext cx="3108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0C15"/>
                </a:solidFill>
                <a:latin typeface="Calibri"/>
              </a:defRPr>
            </a:pPr>
            <a:r>
              <a:t>74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12064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Deployment →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4434840"/>
            <a:ext cx="3593592" cy="123444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572000"/>
            <a:ext cx="3154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10:14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20640"/>
            <a:ext cx="3154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Error rate back to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READ THIS DECK AS:  what happened  →  what we observed  →  what is still only a hypothesis.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02  —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1,180 OF 9,000 REQUESTS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Requests in the incident window (09:00–10:14)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03120"/>
          <a:ext cx="71323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7784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Unit: requests.  Succeeded = 9,000 − 1,180 = 7,820.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2103120"/>
            <a:ext cx="3593592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240280"/>
            <a:ext cx="3154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13.1%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3154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C15"/>
                </a:solidFill>
                <a:latin typeface="Calibri"/>
              </a:defRPr>
            </a:pPr>
            <a:r>
              <a:t>1,180 ÷ 9,000 = 13.1%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3337560"/>
            <a:ext cx="3593592" cy="105156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3154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86.9%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977639"/>
            <a:ext cx="3154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7,820 ÷ 9,000 = 86.9%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572000"/>
            <a:ext cx="3593592" cy="132588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709160"/>
            <a:ext cx="3154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⚠ REQUESTS ≠ PEOPLE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Counts are requests, not distinct users. Distinct affected users are UNKNOWN.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172200"/>
            <a:ext cx="1118311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5508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Do not convert 1,180 failed requests into 1,180 affected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03  — 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74 MINUTES, SIX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09:00 deployment to 10:14 baseline  •  Marker positions are proportional to elapsed time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49039"/>
            <a:ext cx="104241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0664" y="3675887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65376" y="3675887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36392" y="3675887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3675887"/>
            <a:ext cx="16459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07224" y="3675887"/>
            <a:ext cx="16459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64824" y="3675887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1691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3172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33172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60520"/>
            <a:ext cx="1691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416052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160520"/>
            <a:ext cx="1874519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10:14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Error rate returns to baseline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246120"/>
            <a:ext cx="0" cy="429767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18688" y="3246120"/>
            <a:ext cx="0" cy="429767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9520" y="3246120"/>
            <a:ext cx="0" cy="429767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47672" y="3840480"/>
            <a:ext cx="0" cy="32004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51576" y="3840480"/>
            <a:ext cx="0" cy="3200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247120" y="3840480"/>
            <a:ext cx="0" cy="32004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02920" y="5532120"/>
            <a:ext cx="11183112" cy="86868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INTERVALS:  alert +8 min  •  investigation +17 min  •  rollback 09:35–09:48 (13 min)  •  baseline +74 min (26 min after rollback complete)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04  — 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PEAK 25% AT 09:30, THEN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7315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Error rate (%) — six timed observations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48840"/>
          <a:ext cx="73152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6072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Unit: percent (%). All six observations preserved, in order.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2148840"/>
            <a:ext cx="3593592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286000"/>
            <a:ext cx="3154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25% PEAK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09:30 observation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429000"/>
            <a:ext cx="3593592" cy="109728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566160"/>
            <a:ext cx="3154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1% AT 10:15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Down 24 pts from peak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709160"/>
            <a:ext cx="3593592" cy="137160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846320"/>
            <a:ext cx="31546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 NOT EQUATE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Timed rates ≠ window-wide 13.1% (1,180 ÷ 9,000). They answer different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Shape: sharp rise after 09:00, peak at 09:30, fall through rollback to near-baseline by 10:15.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05  — 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OBSERVED ≠ PROVEN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Keep these three categories separate in every discussion.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3566160" cy="2926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✓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10896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• Connection pool saturation after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• Recovery after rollback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566160" cy="292608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? WORKING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971800"/>
            <a:ext cx="310896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Plausible — not yet demonstrated as the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286000"/>
            <a:ext cx="3593592" cy="292608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○ NOT YET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71800"/>
            <a:ext cx="315468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Until it runs, root cause stays unconfirmed.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486400"/>
            <a:ext cx="11183112" cy="8686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50992"/>
            <a:ext cx="10698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RULE:  Say “saturation was observed” and “retry amplification is the hypothesis” — never merge them into one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06  — 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ROLLBACK FIRST. VERIFY 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The response sequence — in this order, with no step moved earlier.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1965960" cy="114300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691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898648"/>
            <a:ext cx="4114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880360" y="2331720"/>
            <a:ext cx="1965960" cy="114300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606040"/>
            <a:ext cx="1691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2898648"/>
            <a:ext cx="4114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57800" y="2331720"/>
            <a:ext cx="1965960" cy="114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606040"/>
            <a:ext cx="1691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23760" y="2898648"/>
            <a:ext cx="4114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635240" y="2331720"/>
            <a:ext cx="1965960" cy="114300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514600"/>
            <a:ext cx="1691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BASELINE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0" y="2898648"/>
            <a:ext cx="4114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12680" y="2331720"/>
            <a:ext cx="1673352" cy="114300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2514600"/>
            <a:ext cx="14904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RETRO-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SPECTIVE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5486400" cy="137160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50292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Handles rollback (step 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31920"/>
            <a:ext cx="5468112" cy="137160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50292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Authorizes restoration.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23560"/>
            <a:ext cx="1118311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Verification belongs AFTER rollback — step 4, not before it. Baseline was confirmed at 10:14.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07  — 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1 OF 3 COMPLETE. 2 STILL PLANNED.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Owners, deadlines and status — planned work is not done 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40280"/>
          <a:ext cx="111831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6629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166360"/>
            <a:ext cx="3566160" cy="105156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21808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DAY 5  ✓ DONE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Saturation alert (Owner C)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5166360"/>
            <a:ext cx="3566160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5321808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NEXT: DAY 7  •  PLANNED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Causal load test (Owner 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5166360"/>
            <a:ext cx="3593592" cy="105156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321808"/>
            <a:ext cx="3154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DAY 12  •  PLANNED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Cap retries (Owner 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Progress: 1 ÷ 3 complete (33%). Do not mark planned actions complete.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20240" y="365760"/>
            <a:ext cx="3200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08  — 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RECOVERED ≠ PREVENTED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183112" cy="100584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   SEPARATE EVIDENCE FROM HYPOTHESIS — saturation was observed; retry amplification is still to be tested.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54680"/>
            <a:ext cx="11183112" cy="100584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10698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   REQUESTS ≠ PEOPLE — 1,180 failed requests (13.1% of 9,000); distinct affected users remain unknown.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43400"/>
            <a:ext cx="11183112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0698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3   RECOVERY IS VERIFIED — baseline at 10:14. Preventing recurrence still depends on planned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23560"/>
            <a:ext cx="1118311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NEXT GATE:  Owner B causal load test by Day 7 (planned)  →  Owner A retry cap by Day 12 (planned).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Fictional incident  •  09:00–10:14 (74 minutes)  •  All data are synthetic. Preserve every caveat above when reusing these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