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Succeeded</c:v>
                </c:pt>
              </c:strCache>
            </c:strRef>
          </c:tx>
          <c:spPr>
            <a:solidFill>
              <a:srgbClr val="FFFFFF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Requests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Requests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320040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01  — 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594360"/>
            <a:ext cx="3273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ALL DATA ARE SYNTHETIC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83112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FICTIONAL 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INTERRUPTION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11831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D700"/>
                </a:solidFill>
                <a:latin typeface="Calibri"/>
              </a:defRPr>
            </a:pPr>
            <a:r>
              <a:t>66-minute incident window  •  09:00–10:06  •  Recovery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6949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For internal technical teams. Timeline and symptoms below define the scope of this fictional event — not a confirmed root cause.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434840"/>
            <a:ext cx="3566160" cy="12344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3108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D700"/>
                </a:solidFill>
                <a:latin typeface="Calibri"/>
              </a:defRPr>
            </a:pPr>
            <a:r>
              <a:t>09:00–10:06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Incident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434840"/>
            <a:ext cx="3566160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572000"/>
            <a:ext cx="31089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B0C15"/>
                </a:solidFill>
                <a:latin typeface="Calibri"/>
              </a:defRPr>
            </a:pPr>
            <a:r>
              <a:t>66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120640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Deployment →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4434840"/>
            <a:ext cx="3593592" cy="12344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572000"/>
            <a:ext cx="3154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10:06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20640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Error rate back to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READ THIS DECK AS:  what happened  →  what we observed  →  what is still only a hypothesis.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 —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1,000 OF 9,000 REQUESTS FAILED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Requests in the incident window (09:00–10:06)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03120"/>
          <a:ext cx="71323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Unit: requests.  Succeeded = 9,000 − 1,000 = 8,000.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103120"/>
            <a:ext cx="3593592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240280"/>
            <a:ext cx="3154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11.1%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43200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1,000 ÷ 9,000 = 11.1%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3337560"/>
            <a:ext cx="3593592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474720"/>
            <a:ext cx="3154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88.9%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977639"/>
            <a:ext cx="3154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8,000 ÷ 9,000 = 88.9%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4572000"/>
            <a:ext cx="3593592" cy="13258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709160"/>
            <a:ext cx="3154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⚠ REQUESTS ≠ PEOPLE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Counts are requests, not distinct users. Distinct affected users are UNKNOWN.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172200"/>
            <a:ext cx="1118311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Do not convert 1,000 failed requests into 1,000 affected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 —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66 MINUTES, SIX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09:00 deployment to 10:06 baseline  •  Marker positions are proportional to elapsed time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749039"/>
            <a:ext cx="105156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49808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93392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08192" y="3675887"/>
            <a:ext cx="16459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3675887"/>
            <a:ext cx="164592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08208" y="3675887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1691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317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3317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60520"/>
            <a:ext cx="1691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16052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160520"/>
            <a:ext cx="17373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Error rate returns to baseline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47288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174736" y="3246120"/>
            <a:ext cx="0" cy="429767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75688" y="3840480"/>
            <a:ext cx="0" cy="3200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90488" y="3840480"/>
            <a:ext cx="0" cy="3200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890504" y="3840480"/>
            <a:ext cx="0" cy="32004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02920" y="5532120"/>
            <a:ext cx="11183112" cy="8686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INTERVALS:  alert +8 min  •  investigation +17 min  •  rollback 09:35–09:48 (13 min)  •  baseline +66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 — 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PEAK 25% AT 09:30, THEN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7315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Error rate (%) — six timed observations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148840"/>
          <a:ext cx="73152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6072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Unit: percent (%). All six observations preserved, in order.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148840"/>
            <a:ext cx="3593592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286000"/>
            <a:ext cx="3154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25% PEAK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09:30 observation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429000"/>
            <a:ext cx="3593592" cy="109728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566160"/>
            <a:ext cx="3154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1% AT 10:15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Down 24 pts from peak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709160"/>
            <a:ext cx="3593592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846320"/>
            <a:ext cx="31546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 NOT EQUATE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Timed rates ≠ window-wide 11.1% (1,000 ÷ 9,000). They answer different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Shape: sharp rise after 09:00, peak at 09:30, fall through rollback to near-baseline by 10:15.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 —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OBSERVED ≠ PROVEN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Keep these three categories separate in every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566160" cy="2926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✓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• Recovery after rollback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566160" cy="292608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688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? 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9718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Plausible — not yet demonstrated as the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286000"/>
            <a:ext cx="3593592" cy="292608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○ NOT YET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71800"/>
            <a:ext cx="315468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Until it runs, root cause stays unconfirmed.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86400"/>
            <a:ext cx="11183112" cy="8686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50992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RULE:  Say “saturation was observed” and “retry amplification is the hypothesis” — never merge them into one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 — 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ROLLBACK FIRST. VERIFY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response sequence — in this order, with no step moved earlier.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88036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257800" y="2331720"/>
            <a:ext cx="1965960" cy="114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606040"/>
            <a:ext cx="1691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635240" y="2331720"/>
            <a:ext cx="1965960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514600"/>
            <a:ext cx="1691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01200" y="2898648"/>
            <a:ext cx="41148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012680" y="2331720"/>
            <a:ext cx="1673352" cy="11430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2514600"/>
            <a:ext cx="14904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RETRO-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5486400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5029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Handles rollback (step 3).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31920"/>
            <a:ext cx="5468112" cy="137160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50292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Authorizes restoration.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23560"/>
            <a:ext cx="111831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Verification belongs AFTER rollback — step 4, not before it. Baseline was confirmed at 10:06.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 — 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1 OF 3 COMPLETE. 2 STILL PLANNED.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Owners, deadlines and status — planned work is not done 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4028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166360"/>
            <a:ext cx="3566160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21808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DAY 5  ✓ DONE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Saturation alert (Owner C)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5166360"/>
            <a:ext cx="3566160" cy="10515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321808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NEXT: DAY 7  •  PLANNED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Causal load test (Owner 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5166360"/>
            <a:ext cx="3593592" cy="105156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321808"/>
            <a:ext cx="3154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DAY 10  •  PLANNED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 retries (Owner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Progress: 1 ÷ 3 complete (33%). Do not mark planned actions complete.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920240" y="36576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 — 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311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RECOVERED ≠ PREVENTED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83112" cy="1005840"/>
          </a:xfrm>
          <a:prstGeom prst="rect">
            <a:avLst/>
          </a:prstGeom>
          <a:solidFill>
            <a:srgbClr val="1A1D2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   SEPARATE EVIDENCE FROM HYPOTHESIS — saturation was observed; retry amplification is still to be 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11183112" cy="1005840"/>
          </a:xfrm>
          <a:prstGeom prst="rect">
            <a:avLst/>
          </a:prstGeom>
          <a:solidFill>
            <a:srgbClr val="1A1D2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   REQUESTS ≠ PEOPLE — 1,000 failed requests (11.1% of 9,000); distinct affected users remain unknown.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43400"/>
            <a:ext cx="11183112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526280"/>
            <a:ext cx="10698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3   RECOVERY IS VERIFIED — baseline at 10:06. Preventing recurrence still depends on planned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23560"/>
            <a:ext cx="1118311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NEXT GATE:  Owner B causal load test by Day 7 (planned)  →  Owner A retry cap by Day 10 (planned).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Fictional incident  •  09:00–10:06  •  All data are synthetic. Preserve every caveat above when reusing these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