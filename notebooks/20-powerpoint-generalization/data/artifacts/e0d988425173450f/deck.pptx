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Did not report duplicated 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" cy="5394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PRODUCT OVERVIEW FOR SMALL-TEAM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0000"/>
                </a:solidFill>
                <a:latin typeface="Arial"/>
              </a:defRPr>
            </a:pPr>
            <a:r>
              <a:t>Fictional Team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515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One shared workflow for small teams: import availability, flag conflicts, approve the schedule and notify everyone.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063240"/>
            <a:ext cx="10728655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29184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Deck at a glance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749039"/>
          <a:ext cx="107286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Problem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Workflow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 requested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 of 110 pilot teams (60.0%) report duplicated scheduling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→ flag conflicts → approve → notify; a conflict loops back to availability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 $21, Pro $59 per team/month; Enterprise via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 a 14-day Pro trial; 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961120" y="5257800"/>
            <a:ext cx="268193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08080"/>
                </a:solidFill>
                <a:latin typeface="Arial"/>
              </a:defRPr>
            </a:pPr>
            <a:r>
              <a:t>All performance numbers in this deck are synthetic and are not customer testimonials.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02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Six in ten pilot teams report duplicated scheduling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66 of 110 surveyed teams (60.0%) say scheduling effort is repeated across tools or people.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Pilot teams by survey response (count of teams, n = 110)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46888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057400"/>
            <a:ext cx="4236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Survey arithmetic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468880"/>
          <a:ext cx="4236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07"/>
                <a:gridCol w="2118208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Teams surveyed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 duplication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not report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 (110 − 66)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 reporting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60.0% (66 ÷ 110)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4983480"/>
            <a:ext cx="4236415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5074920"/>
            <a:ext cx="3977639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Caveat: synthetic pilot survey count. It is not a market-size estimate and does not measure time lost.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a fictional product; not customer testimonials.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Four steps, with one decision gate before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No schedule is approved while a conflict is open: conflicts return to availability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920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1  Import availability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057400"/>
            <a:ext cx="20116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94560"/>
            <a:ext cx="1920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2  Flag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57400"/>
            <a:ext cx="1737360" cy="11430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194560"/>
            <a:ext cx="16459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Decision: conflict found?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05740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194560"/>
            <a:ext cx="1737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3  Approve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2057400"/>
            <a:ext cx="1676095" cy="1143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194560"/>
            <a:ext cx="1584655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  Notify team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26289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78040" y="2240280"/>
            <a:ext cx="548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55080" y="3200400"/>
            <a:ext cx="0" cy="54863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554480" y="3749039"/>
            <a:ext cx="48006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554480" y="3200400"/>
            <a:ext cx="0" cy="54863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3310128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 → return to availability review, then re-check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114800"/>
          <a:ext cx="1109441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What the tool does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Pulls team members' availability into one 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Single availability view; no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Flag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Detects overlapping shifts and marks them for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List of open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Open conflict? Yes → back to availability review; No → proceed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Conflict-free draft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Approve  →  4  Notify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Leader approves; approval is recorded; team is notified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 entry and team notification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Intended workflow of a fictional product; illustrative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04 ·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Pro adds conflict alerts and 8× the member limit for $38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Prices are per team per month. Enterprise pricing is available only from sales.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7400"/>
          <a:ext cx="74980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 team / 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per member at full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$4.20 ($21 ÷ 5)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$1.48 ($59 ÷ 40)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12-month cost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$252 (12 × $21)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$708 (12 × $59)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published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5 people; calendar only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Up to 40 people; needs conflict checks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Above 40 or custom needs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2057400"/>
            <a:ext cx="3322015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19456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Reading the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5176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Pro − Starter = $38 / team / month for +35 members (40 vs 5) and conflict alerts.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749039"/>
            <a:ext cx="295625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388620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Conflict alerts power the workflow's decision gate; Starter teams resolve overlaps manually.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983480"/>
            <a:ext cx="295625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03920" y="5120640"/>
            <a:ext cx="30175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No Enterprise price is stated; quote comes from sales.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pricing; per-member ($59 ÷ 40 = $1.475, rounded) and 12-month figures are simple arithmetic, not discounts.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05 ·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46.0% of trial starts became paid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92 paid teams from 200 trial starts; 7.1% of the 1,300 visits ended as paid teams.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Funnel stage counts (visits, then teams)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46888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2057400"/>
            <a:ext cx="4236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Stage-to-stage conversion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468880"/>
          <a:ext cx="42364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138"/>
                <a:gridCol w="1412138"/>
                <a:gridCol w="1412139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Transition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Counts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signups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→ 450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Signups → trials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→ 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Trials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→ 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Visits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1,300 → 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5212080"/>
            <a:ext cx="4236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5303520"/>
            <a:ext cx="3977639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Descriptive counts only; they do not show that the product caused any outcome.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funnel data; rates rounded to one decimal.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06 ·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Three features map to three steps of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Benefits are described qualitatively; no time-saving figure has been measured or claimed.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3546043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Availability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Reduces manual re-entry of team availability.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3283" y="2057400"/>
            <a:ext cx="3546043" cy="1600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0443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Conflict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443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Surface overlapping shifts before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926" y="2057400"/>
            <a:ext cx="3545128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5086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Approval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5086" y="2560320"/>
            <a:ext cx="32918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Records who approved each schedule.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88620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Workflow step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Operational effect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availability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Quantified saving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Less manual re-entry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Starter, Pro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Flag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Overlaps visible before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Approve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 of who approved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 by plan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provided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Assess fit by asking: which of these three steps costs your team the most effort today?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product; plan availability for import inferred from shared calendar; no time-saving claim made.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07 ·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Week 7 launch requires both beta feedback AND security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Beta (weeks 1–3) and security review (weeks 2–4) overlap; support training stays in week 5; launch is week 7.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9184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08080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05740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Wk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468880"/>
            <a:ext cx="3566160" cy="4114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71800"/>
            <a:ext cx="3566160" cy="41148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Support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474720"/>
            <a:ext cx="1188720" cy="411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Launch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3977639"/>
            <a:ext cx="11887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858000" y="2674620"/>
            <a:ext cx="352044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20" y="3177540"/>
            <a:ext cx="233172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78440" y="2468880"/>
            <a:ext cx="0" cy="192024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617720"/>
          <a:ext cx="1109441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Dependency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1–3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None; feeds launch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None; feeds launch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Stays in week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 feedback AND security review both 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5" name="Connector 2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Black vertical line = launch gate. No activity is specified for week 6. Fictional plan; weeks are relative.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08 ·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Decision: run a 14-day Pro trial with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Test the full workflow, including conflict alerts, before any payment is required.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8308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57400"/>
            <a:ext cx="539496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0000"/>
                </a:solidFill>
                <a:latin typeface="Arial"/>
              </a:defRPr>
            </a:pPr>
            <a:r>
              <a:t>14-day 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8463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No payment required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4343400"/>
            <a:ext cx="47548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526280"/>
            <a:ext cx="4846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After the trial, Pro is $59 / team / month for up to 40 members, with conflict alerts plus shared calendar.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33369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Trial terms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2468880"/>
          <a:ext cx="53336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847"/>
                <a:gridCol w="2666848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Detail</a:t>
                      </a:r>
                    </a:p>
                  </a:txBody>
                  <a:tcPr marL="64008" marR="64008" marT="36576" marB="36576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length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Payment during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 tested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Pro: 40 members, conflict alerts +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Price after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$59 / team / month ($708 over 12 months)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09360" y="4983480"/>
            <a:ext cx="533369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Suggested trial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49240"/>
            <a:ext cx="5333695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Days 1–3: import availability · Days 4–10: schedule and resolve flagged conflicts · Days 11–14: review approval history and decide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Fictional product; all figures synthetic. Suggested trial plan is illustrative.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