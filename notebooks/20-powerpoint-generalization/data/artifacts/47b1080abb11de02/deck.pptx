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59B5C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Failed</c:v>
                </c:pt>
                <c:pt idx="1">
                  <c:v>Did not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1280</c:v>
                </c:pt>
                <c:pt idx="1">
                  <c:v>8720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E96B4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Simulated service disruption • Fictional incident • 09:00–10:14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737360"/>
            <a:ext cx="694944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56816"/>
            <a:ext cx="6355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Recovery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Recurrence prevention remains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898648"/>
            <a:ext cx="6309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Error rate returned to baseline at 10:14, after rollback completed at 09:48.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011680"/>
            <a:ext cx="3611880" cy="178308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21992"/>
            <a:ext cx="3063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74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898648"/>
            <a:ext cx="2971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Incident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09:00–10:14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14800"/>
            <a:ext cx="3931920" cy="1508760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25112"/>
            <a:ext cx="34747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1,280 failed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937760"/>
            <a:ext cx="34290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12.8% of 10,000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224528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Focus for the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80"/>
            <a:ext cx="5943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Separate evidence from hypothesis, examine response handoffs, and follow through on planned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Request counts do not identify distinct affected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12.8% of requests failed during the 09:00–10:14 incident window.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78308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Requests in the incident window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331720"/>
          <a:ext cx="61722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6D"/>
                </a:solidFill>
                <a:latin typeface="Arial"/>
              </a:defRPr>
            </a:pPr>
            <a:r>
              <a:t>Unit: requests • 1,280 + 8,720 = 10,000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83080"/>
            <a:ext cx="422452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993392"/>
            <a:ext cx="370332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12.8%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24912"/>
            <a:ext cx="3639312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1,280 ÷ 10,000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Window-wide request failure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4096512"/>
            <a:ext cx="4480560" cy="173736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297680"/>
            <a:ext cx="395020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People affected: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18888"/>
            <a:ext cx="3931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These counts refer to requests.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Distinct affected users are unknown.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Incident window: 09:00–10:14.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74 minutes from deployment to the error rate returning to baseline.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8680" y="3611880"/>
            <a:ext cx="10195560" cy="0"/>
          </a:xfrm>
          <a:prstGeom prst="line">
            <a:avLst/>
          </a:prstGeom>
          <a:ln w="508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68680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70897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79457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224528"/>
            <a:ext cx="1874519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10915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19475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38528"/>
            <a:ext cx="2103120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Investigation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starts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90859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99419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224528"/>
            <a:ext cx="2377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481986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0546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938528"/>
            <a:ext cx="2240280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64240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0" y="3520440"/>
            <a:ext cx="182880" cy="182880"/>
          </a:xfrm>
          <a:prstGeom prst="roundRect">
            <a:avLst/>
          </a:prstGeom>
          <a:solidFill>
            <a:srgbClr val="4CA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224528"/>
            <a:ext cx="22402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Error rate returns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to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13832"/>
            <a:ext cx="106527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660136"/>
            <a:ext cx="102412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Alert → investigation: 9 min     •     Rollback execution: 13 min     •     Rollback complete → baseline: 26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Timeline positions are proportional to elapsed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Six observations show the error-rate rise and decline around the incident.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36776"/>
            <a:ext cx="66751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Observed error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084831"/>
          <a:ext cx="7680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797296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56D"/>
                </a:solidFill>
                <a:latin typeface="Arial"/>
              </a:defRPr>
            </a:pPr>
            <a:r>
              <a:t>Observation times • 10:15 is one minute after the window ended at 10:14.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965960"/>
            <a:ext cx="288036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176272"/>
            <a:ext cx="2423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816352"/>
            <a:ext cx="2423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Highest observed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at 09:30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023360"/>
            <a:ext cx="3108960" cy="1856231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224528"/>
            <a:ext cx="267004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Different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754880"/>
            <a:ext cx="2651760" cy="941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These observations are separate from the 12.8% window-wide failure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All six supplied observations are shown; rates are in percent.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The observed sequence supports investigation; the causal explanation remains unconfirmed.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810512"/>
            <a:ext cx="5029200" cy="2761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39112"/>
            <a:ext cx="4480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Observed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2651760"/>
            <a:ext cx="914400" cy="0"/>
          </a:xfrm>
          <a:prstGeom prst="line">
            <a:avLst/>
          </a:prstGeom>
          <a:ln w="50800">
            <a:solidFill>
              <a:srgbClr val="4C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898648"/>
            <a:ext cx="44348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  <a:r>
              <a:t>Recovery after rollback.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57800" cy="242316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09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3063240"/>
            <a:ext cx="46634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4617720"/>
            <a:ext cx="0" cy="411480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4617720"/>
            <a:ext cx="0" cy="411480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5029200"/>
            <a:ext cx="9189720" cy="941832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221224"/>
            <a:ext cx="864108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Evidence gap: 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Use it to test the hypothesis before treating it as the root cause.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Temporal sequence alone does not establish causality.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Rollback comes before baseline verification; operational roles remain explicit.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6888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0916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8972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194560"/>
            <a:ext cx="1783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16367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94560"/>
            <a:ext cx="1783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542032"/>
            <a:ext cx="16367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194560"/>
            <a:ext cx="1783080" cy="114300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542032"/>
            <a:ext cx="16367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194560"/>
            <a:ext cx="1783080" cy="1143000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414016"/>
            <a:ext cx="163677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560320"/>
            <a:ext cx="1783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93592"/>
            <a:ext cx="5029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6D"/>
                </a:solidFill>
                <a:latin typeface="Arial"/>
              </a:defRPr>
            </a:pPr>
            <a:r>
              <a:t>Detection → triage → rollback → verify → retrospective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43400"/>
            <a:ext cx="448056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553712"/>
            <a:ext cx="3931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5074920"/>
            <a:ext cx="38862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Handles rollback.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553712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4764024"/>
            <a:ext cx="4343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5285232"/>
            <a:ext cx="4297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Authorizes restoration.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Rollback completed at 09:48; error rate returned to baseline at 10:14.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One action is complete; the causal test and retry cap remain planned.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47088"/>
          <a:ext cx="10744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  <a:gridCol w="2686050"/>
              </a:tblGrid>
              <a:tr h="7086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120640"/>
            <a:ext cx="3200400" cy="932688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5294376"/>
            <a:ext cx="276148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1 of 3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5166360"/>
            <a:ext cx="6547104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Review focus: confirm delivery of the two planned actions and use the load test to assess the causal hypothesis.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Deadlines and statuses are shown as supplied.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verified; preventing recurrence still depends on planned work.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73936"/>
            <a:ext cx="5120640" cy="1993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75104"/>
            <a:ext cx="4590288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Keep evidence and hypothesis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separate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761488"/>
            <a:ext cx="45537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Saturation and recovery were observed.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Retry amplification needs a causal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29968"/>
            <a:ext cx="5193792" cy="1874519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240280"/>
            <a:ext cx="464515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Keep requests and people distinct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871216"/>
            <a:ext cx="455371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1,280 failed requests is an impact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Distinct affected users remain unknown.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251960"/>
            <a:ext cx="9802368" cy="1627632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471416"/>
            <a:ext cx="92171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Carry recovery into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102352"/>
            <a:ext cx="9107424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Discussion priority: follow through on the planned causal load test and retry cap.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The completed saturation alert is one step; the remaining work is still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Fictional service incident • 09:00–10:14 • 74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