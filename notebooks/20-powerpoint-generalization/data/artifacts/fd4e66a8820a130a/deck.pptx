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NEIGHBORHOOD REPAIR CAFÉ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105156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an item. Share your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Help make repair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10515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A fictional neighborhood repair-café campaign welcomes people with small household items and volunteers ready to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01 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36592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Sign up with the Local organizer as a participant or volunteer by the end of week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02 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36592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Volunteer training is in week 2; venue confirmation is in week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315968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03  TAKE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36592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Events take place in week 5, with follow-up in week 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Four sessions offer 176 seats in total.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23160"/>
          <a:ext cx="72694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965960"/>
            <a:ext cx="18288" cy="3703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862072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03320"/>
            <a:ext cx="27432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70832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per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074920"/>
            <a:ext cx="27432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Give three hours to help participants through the event.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0972800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40 volunteers × 3 hours = 120 volunteer-hours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6908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organize items and materials, and assist within available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6908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No specialist qualification is implied. Safety checks do not provide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synthetic event budget totals $3,320, including $300 for access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011680"/>
          <a:ext cx="69494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60198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21488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LARGEST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761488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333333"/>
                </a:solidFill>
                <a:latin typeface="Arial"/>
              </a:defRPr>
            </a:pPr>
            <a:r>
              <a:t>$1,340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547872"/>
            <a:ext cx="33832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Materials account for 40.4% of the total.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4526280"/>
            <a:ext cx="34747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754880"/>
            <a:ext cx="3474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 $680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= $3,320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 • Amounts shown in dollars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Week 5 events require both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423160"/>
            <a:ext cx="2011680" cy="594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2423160"/>
            <a:ext cx="2011680" cy="594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4920" y="2423160"/>
            <a:ext cx="2011680" cy="594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2423160"/>
            <a:ext cx="2011680" cy="594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55480" y="2423160"/>
            <a:ext cx="2011680" cy="594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17373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42032"/>
            <a:ext cx="17373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542032"/>
            <a:ext cx="17373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542032"/>
            <a:ext cx="17373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542032"/>
            <a:ext cx="17373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73552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73552"/>
            <a:ext cx="201168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Sign up by the end of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273552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73552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273552"/>
            <a:ext cx="201168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One week after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074920"/>
            <a:ext cx="109728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EVENT REQUIREMENTS:  Week 2 training  AND  Week 3 venue confirmation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Bring one small household item and an open mind.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4892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8920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0332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892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Walk-ins are welcome within the capacity of each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57400"/>
            <a:ext cx="18288" cy="3611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166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REPAIR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1663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31920"/>
            <a:ext cx="51663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Last synthetic trial: 60 of 100 assessed items were repaired.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223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LAST SYNTHETIC TRIAL • NUMBER OF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68880"/>
          <a:ext cx="73609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965960"/>
            <a:ext cx="18288" cy="374903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999232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611880"/>
            <a:ext cx="2834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617720"/>
            <a:ext cx="2834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60 + 24 + 16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= 100 items assessed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3387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Arial"/>
              </a:defRPr>
            </a:pPr>
            <a:r>
              <a:t>Synthetic trial results illustrate possible outcomes; they do not guarantee future repairs.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Choose your role and take the next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106984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Sign up by the end of week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Join the events in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5029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96512"/>
            <a:ext cx="50292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skills and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5166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96512"/>
            <a:ext cx="5166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04104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SIGN-UP CONTACT:  Local organizer  (placeholder)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