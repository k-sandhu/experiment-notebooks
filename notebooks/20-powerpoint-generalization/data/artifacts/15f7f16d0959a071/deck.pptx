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demand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44</c:v>
                </c:pt>
                <c:pt idx="2">
                  <c:v>66</c:v>
                </c:pt>
                <c:pt idx="3">
                  <c:v>88</c:v>
                </c:pt>
                <c:pt idx="4">
                  <c:v>110</c:v>
                </c:pt>
                <c:pt idx="5">
                  <c:v>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+ safety stock</c:v>
                </c:pt>
              </c:strCache>
            </c:strRef>
          </c:tx>
          <c:spPr>
            <a:solidFill>
              <a:srgbClr val="595959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  <c:pt idx="5">
                  <c:v>Day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54</c:v>
                </c:pt>
                <c:pt idx="1">
                  <c:v>76</c:v>
                </c:pt>
                <c:pt idx="2">
                  <c:v>98</c:v>
                </c:pt>
                <c:pt idx="3">
                  <c:v>120</c:v>
                </c:pt>
                <c:pt idx="4">
                  <c:v>142</c:v>
                </c:pt>
                <c:pt idx="5">
                  <c:v>164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INVENTORY REORDER PROTOCOL  /  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Know when to reorder—and how much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37360"/>
            <a:ext cx="11155680" cy="100584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0000"/>
                </a:solidFill>
                <a:latin typeface="Arial"/>
              </a:defRPr>
            </a:pPr>
            <a:r>
              <a:t>Learning goal: Use a simple reorder-point rule to decide whether to ORDER or WAIT, then calculate the quantity needed to reach a target position.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0175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By the end, you can…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Evidence of understanding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the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Combine demand during lead time with safety stock.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on-hand and on-order stock; subtract commitments.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Make and explain a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position with the trigger; calculate quantity if ordering.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Learning sequence: understand the rule → work an example → follow the process → practice → check your work.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Training example • All data are synthetic • Quantities are in units unless stated otherwise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02  / 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Calculate the trigger; compare the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37360"/>
            <a:ext cx="11155680" cy="77724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698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106984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Inventory position 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749039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At or below the trigger: initiate a reorder.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 &gt;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Above the trigger: review again the next day.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7784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Unit check: (units/day × days) + units = units. Compare quantities measured in the same unit.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Equality counts: a position exactly at the reorder point also triggers an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03  / 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Build a reorder point of 164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5074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days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5074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1. Cover lead-time demand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22 units/day × 6 days = 132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5074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2. Add the safety stock once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132 units + 32 units = 164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737360"/>
            <a:ext cx="5760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Cumulative demand and safety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194560"/>
            <a:ext cx="5760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Units • elapsed lead time in days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897880" y="2560320"/>
          <a:ext cx="57607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897880" y="5669280"/>
            <a:ext cx="5760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Day 6: 132 units of demand + 32 units of buffer = 164 units.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data • The two chart series are compared side by side; they are not added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04  /  INVENTORY AND ORDER QUANTITY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is 159 units: ORDER 105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5577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component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 with stock held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+ 20 − 17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737360"/>
            <a:ext cx="5257800" cy="132588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01952"/>
            <a:ext cx="4800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TRIGGER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31720"/>
            <a:ext cx="4800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0000"/>
                </a:solidFill>
                <a:latin typeface="Arial"/>
              </a:defRPr>
            </a:pPr>
            <a:r>
              <a:t>159 ≤ 164 units →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91840"/>
            <a:ext cx="5257800" cy="1417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456432"/>
            <a:ext cx="4800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QUANTITY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886200"/>
            <a:ext cx="48006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264 − 159 = 105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5577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The position is 5 units below the trigger.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Keep both adjustments: +20 on-order and −17 committed.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83480"/>
            <a:ext cx="5257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Target position = 264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Adding a new order of 105 units brings the position to 264 units.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data • Reorder point determines when; target position determines how much.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05  / 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Follow the same decision sequence each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828800"/>
            <a:ext cx="288036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2514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 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On-hand, on-order,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and committed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446020"/>
            <a:ext cx="59435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77639" y="1828800"/>
            <a:ext cx="333756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984248"/>
            <a:ext cx="29718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2  CALCULATE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On-hand + on-order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− committed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0" y="2446020"/>
            <a:ext cx="59436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909560" y="1828800"/>
            <a:ext cx="3749039" cy="123444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84248"/>
            <a:ext cx="3383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3  COMPARE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Is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≤ reorder point?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80" y="3063240"/>
            <a:ext cx="0" cy="914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60" y="3337560"/>
            <a:ext cx="13258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YES: at/below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3977639"/>
            <a:ext cx="3749039" cy="132588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160520"/>
            <a:ext cx="33832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Quantity = target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− inventory position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589520" y="2834640"/>
            <a:ext cx="32004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2834640"/>
            <a:ext cx="0" cy="7315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623560" y="3566160"/>
            <a:ext cx="196596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623560" y="3566160"/>
            <a:ext cx="0" cy="4114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15000" y="3218688"/>
            <a:ext cx="1645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NO: above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39" y="3977639"/>
            <a:ext cx="3337560" cy="13258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4160520"/>
            <a:ext cx="2971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Return to the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daily review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920240" y="4640580"/>
            <a:ext cx="2057399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920240" y="3063240"/>
            <a:ext cx="0" cy="15773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" y="55321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WAIT loop: next day → read updated counts → recalculate → compare.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At the trigger and below the trigger both lead to ORDER.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06  / 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Your turn: ORDER or WAIT?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9436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 quantity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this with the trigger.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is the ordering trigger.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3794760"/>
            <a:ext cx="1115568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1. Is inventory position at, below, or above the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2. Choose ORDER or WAIT.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000000"/>
                </a:solidFill>
                <a:latin typeface="Arial"/>
              </a:defRPr>
            </a:pPr>
            <a:r>
              <a:t>3. Calculate the gap in units and explain your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Write your comparison and conclusion before advancing. The answer is on the next slide.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practice data • Apply the same rule used in the worked example.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07  /  PRACTICE ANSWER AND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0000"/>
                </a:solidFill>
                <a:latin typeface="Arial"/>
              </a:defRPr>
            </a:pPr>
            <a:r>
              <a:t>Answer: WAIT—176 units is above the trigger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737360"/>
            <a:ext cx="11155680" cy="9601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698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176 − 164 = 12 units above the trigger. WAIT and review again the next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Three errors to avoid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52044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Misconception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Correct method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Example / consequence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on-hand + on-order − committed.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+ 20 − 17 = 159 units.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daily demand by lead time; add safety stock once.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× 6 + 32 = 164 units.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 larger reorder point is the order quantity.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 is a trigger. Order quantity = target − position.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264 − 159 = 105 units to order.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Practice position: 176 units • Worked-example position: 159 units • These are separate cases.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08  /  BEFORE-ORDERING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Verify the inputs, then check the trigger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63040"/>
            <a:ext cx="111556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155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212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Action before ordering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</a:t>
                      </a:r>
                    </a:p>
                  </a:txBody>
                  <a:tcPr marL="64008" marR="64008" marT="36576" marB="36576">
                    <a:solidFill>
                      <a:srgbClr val="80808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  Verify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the same stock unit; match demand/day with lead-time days.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units/day × 6 days + 32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 Include existing orders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stock to on-hand stock.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= 176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  Subtract commitments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Deduct stock already committed.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176 − 17 = 159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  Check the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at/below the reorder point; otherwise WAIT.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 105 units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805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Inventory position, units • ORDER at/below 164; WAIT above 164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166360"/>
            <a:ext cx="1173449" cy="18288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14400" y="5257800"/>
            <a:ext cx="10058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5138928"/>
            <a:ext cx="0" cy="23774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0" y="5138928"/>
            <a:ext cx="0" cy="237744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68780" y="493776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87849" y="5166360"/>
            <a:ext cx="0" cy="4572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93689" y="493776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69880" y="4937760"/>
            <a:ext cx="0" cy="4114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82980" y="4709160"/>
            <a:ext cx="1371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159: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6449" y="4709160"/>
            <a:ext cx="1554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176: WAIT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709160"/>
            <a:ext cx="1920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264: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3449" y="5669280"/>
            <a:ext cx="1828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164: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40680"/>
            <a:ext cx="640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5440680"/>
            <a:ext cx="640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5669280"/>
            <a:ext cx="7406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When ordering: target position − inventory position = order quantity.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355080"/>
            <a:ext cx="11155680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473952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Synthetic data • Number line shows 150–270 units; the ORDER region also extends below 150.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868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0000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