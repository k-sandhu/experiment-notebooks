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FICTIONAL NEIGHBOURHOOD REPAIR CAFÉ  •  CALL FOR VOLUNTEERS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65836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REPAIR TOGETHER.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VOLUNTEER WITH 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280160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3093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 welcoming, fictional repair-café campaign where neighbours bring one small household item and volunteers help assess what can be done — together, in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6309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Choose a role, sign up by the end of Week 2, attend Week 2 training, and support a Week 5 session. No specialist qualification is required or implied.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777240"/>
            <a:ext cx="39319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00584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417320"/>
            <a:ext cx="320040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600200"/>
            <a:ext cx="3200400" cy="2926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PARTICIPANTS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Welcome people, support repairs, or help with safety checks.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EVERYONE IS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Within session capacity — see Slide 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257800"/>
            <a:ext cx="10908792" cy="9601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 1  Register   →   WEEK 2  Train   →   WEEK 5  Repair events   →   WEEK 6  Follow-up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All data are synthetic. This is a fictional initiative.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446520"/>
            <a:ext cx="158191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01  / 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02  • 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 — 176 SEATS ACROSS FOUR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SEATS BY SESSION  (SEATS)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20240"/>
          <a:ext cx="69494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955279" y="1554480"/>
            <a:ext cx="359359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017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Arial"/>
              </a:defRPr>
            </a:pPr>
            <a:r>
              <a:t>Total seats  •  50 + 43 + 34 + 49 = 176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63240"/>
            <a:ext cx="359359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55A4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94760"/>
            <a:ext cx="3017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Arial"/>
              </a:defRPr>
            </a:pPr>
            <a:r>
              <a:t>Duration of every 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572000"/>
            <a:ext cx="3593592" cy="118872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WHAT THIS MEANS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Plan for the session you choose. Seats are limited to the capacity shown.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Conclusion: Four 2-hour sessions provide 176 seats in total. North (50) and West (49) are the largest; South (34) is the smallest.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03  •  VOLUNTEERS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VOLUNTEERS — 3 HOURS, A REAL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40 volunteers  ×  3 hours each  =  120 volunteer-hours. Choose the role that fits you — no specialist qualification is implied.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502152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1  •  WELCOME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292608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Greet participants, check them in, and help them find the right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377440"/>
            <a:ext cx="3502152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2  •  REPAIR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3017520"/>
            <a:ext cx="292608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20040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Work alongside participants to assess items and attempt repairs where skills and parts allow.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77440"/>
            <a:ext cx="3502152" cy="2468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3  •  SAFETY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017520"/>
            <a:ext cx="292608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29260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Help keep work areas tidy and check items before and after repair. This is not a safety certification.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40 VOLUNTEERS NEEDED   •   3 HOURS EACH   •   120 VOLUNTEER-HOURS IN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04  • 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BUDGET — $3,320 IN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PLANNED BUDGET  (USD)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20240"/>
          <a:ext cx="7132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TOTAL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138160" y="1920240"/>
            <a:ext cx="3410712" cy="32918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CHECK THE 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0604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$1,340 + $1,000 + $680 + $300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= $3,320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Materials are the largest item at 40.4% of the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4297680"/>
            <a:ext cx="283464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43484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Arial"/>
              </a:defRPr>
            </a:pPr>
            <a:r>
              <a:t>Access support is now budgeted at $300 (9.0%) in this synthetic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Conclusion: The full $3,320 is accounted for across four lines. Every amount above is preserved exactly as planned.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8229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Arial"/>
              </a:defRPr>
            </a:pPr>
            <a:r>
              <a:t>All figures are synthetic.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05  • 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SCHEDULE — SIX WEEKS,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97280" y="2377440"/>
            <a:ext cx="996696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2651760"/>
            <a:ext cx="199339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REGISTRATION OPENS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Sign up as a participant or volunteer.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2651760"/>
            <a:ext cx="1993392" cy="2011680"/>
          </a:xfrm>
          <a:prstGeom prst="rect">
            <a:avLst/>
          </a:prstGeom>
          <a:solidFill>
            <a:srgbClr val="EAF1F8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Volunteer training. Sign-up closes at the end of this week.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6" y="2651760"/>
            <a:ext cx="199339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VENUE CONFIRMATION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Venues confirmed for all sessions.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78624" y="2651760"/>
            <a:ext cx="1993392" cy="20116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2834640"/>
            <a:ext cx="164592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WEEK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Four repair sessions: North, East, South, West.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1472" y="2651760"/>
            <a:ext cx="2057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2834640"/>
            <a:ext cx="1691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WEEK 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One week after the Week 5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109087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DEPENDENCY:  The Week 5 events depend on BOTH Week 2 training AND Week 3 venue confirmation. Both must be complete first.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200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06  • 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PARTICIPATION — WHAT TO EXPECT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217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ON THE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217920" cy="3108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1  BRING ONE ITEM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Bring one small household item per participant.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2  ASSESS TOGETHER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A volunteer helps you look at the item and talk through options.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3  REPAIR IF POSSIBLE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 on the day.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WALK-INS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 (176 seats in total).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600200"/>
            <a:ext cx="4233672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828800"/>
            <a:ext cx="3566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240280"/>
            <a:ext cx="3566160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423160"/>
            <a:ext cx="35661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•  No repair is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•  No safety certification is provided.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•  Some items may be referred elsewhere or may not be repairable.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44068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Clear expectations help everyone: bring one item, and we will assess it honestly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840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07  •  OUTCOMES — SYNTHETIC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OUTCOMES — LAST SYNTHETIC TRIAL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ITEMS BY OUTCOME  (ITEMS)  —  SYNTHETIC TRIAL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20240"/>
          <a:ext cx="69494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955279" y="1554480"/>
            <a:ext cx="3593592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55555"/>
                </a:solidFill>
                <a:latin typeface="Arial"/>
              </a:defRPr>
            </a:pPr>
            <a:r>
              <a:t>Items assessed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63240"/>
            <a:ext cx="3593592" cy="13258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30175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9476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Repair share  •  60 ÷ 100 = 60.0%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572000"/>
            <a:ext cx="3593592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CHECK:  60 + 24 + 16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t>All assessed items are accounted for.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Conclusion (synthetic trial): 60 of 100 items were repaired — a 60.0% repair share. 24 were referred and 16 were not repairable.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08  • 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SIGN UP BY THE 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OF WEEK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280160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55555"/>
                </a:solidFill>
                <a:latin typeface="Arial"/>
              </a:defRPr>
            </a:pPr>
            <a:r>
              <a:t>Events are in Week 5. Choose how you would like to take part: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534924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46634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Reserve a seat at a North, East, South or West session and bring one small household item.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2697480"/>
            <a:ext cx="5349240" cy="1874519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92608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3383280"/>
            <a:ext cx="46634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Give 3 hours as welcome, repair support or safety check. Training is in Week 2 — 40 volunteers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46320"/>
            <a:ext cx="1090879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29200"/>
            <a:ext cx="10241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TO SIGN UP, CONTACT: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49240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Local organizer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9601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Deadline: end of Week 2  •  Events: Week 5  •  Follow-up: Week 6  •  All data are synthetic. This is a fictional initiative.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77777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