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Demand in lead time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28</c:v>
                </c:pt>
                <c:pt idx="2">
                  <c:v>123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</c:v>
                </c:pt>
                <c:pt idx="1">
                  <c:v>123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411480"/>
            <a:ext cx="81655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STOCKROOM BASICS  •  FOR NEW COORDINATORS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6286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A3B2A"/>
                </a:solidFill>
                <a:latin typeface="Georgia"/>
              </a:defRPr>
            </a:pPr>
            <a:r>
              <a:t>When Should We Reorder?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874519"/>
            <a:ext cx="7799831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A5C3E"/>
                </a:solidFill>
                <a:latin typeface="Georgia"/>
              </a:defRPr>
            </a:pPr>
            <a:r>
              <a:t>A simple reorder-point rule you can apply on every shift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2514600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2788920"/>
            <a:ext cx="8531352" cy="13258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926080"/>
            <a:ext cx="7982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LEARNING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46120"/>
            <a:ext cx="7799831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Teach novice stockroom coordinators a simple reorder-point rule — explain the logic, work through an example, then try a short practice exercise.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1 — LEARN 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Two formulas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one clear trigger.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2 — WORK AN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Every arithmetic step,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with units labelled.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3 — PRACTISE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Decide ORDER or WAIT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answer revealed after.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63640"/>
            <a:ext cx="8531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All data in this guide are synthetic, for training only.   •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Two Formulas, One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49240" cy="17830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①  REORDER POINT  —  the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892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Demand expected while we wait, plus a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554480"/>
            <a:ext cx="5349240" cy="17830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69164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②  INVENTORY POSITION  —  where we 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057400"/>
            <a:ext cx="4892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74320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What we have and have coming, less what is promised.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566160"/>
            <a:ext cx="9079992" cy="9601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703320"/>
            <a:ext cx="86227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8E7"/>
                </a:solidFill>
                <a:latin typeface="Georgia"/>
              </a:defRPr>
            </a:pPr>
            <a:r>
              <a:t>THE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023360"/>
            <a:ext cx="86227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Place an order when inventory position ≤ reorder point.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4800600"/>
          <a:ext cx="107259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3575304"/>
                <a:gridCol w="3575304"/>
              </a:tblGrid>
              <a:tr h="342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Average units used per 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 from ordering to arrival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Buffer held for uncertainty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Building a Reorder Point of 123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114300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1 — Demand during lead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19 units/day × 5 days  =  95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577840" cy="114300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2 — Add the safety buffer (once)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95 units + 28 units  =  123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577840" cy="123444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3 — Name the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5120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Reorder point = 123 units.  Order when position falls to 123 or below.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What makes up the 123 units?  (units)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675120" y="1920240"/>
          <a:ext cx="4754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57150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Check the units:  units/day × days = units.   Safety stock is already in units — add it, do not multiply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INVENTORY  •  SAME ITEM, TODAY'S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Position 118 Is Below 123 — So ORDER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115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 On-order (already coming)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− Committed (already promised)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= Inventory position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69080"/>
            <a:ext cx="5394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115 + 20 − 17 = 118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5394960" cy="123444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46320"/>
            <a:ext cx="4937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HOW MUCH TO ORDER?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166360"/>
            <a:ext cx="4937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Target position 223 − position 118 = 105 units to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 trigger  (units)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0" y="1920240"/>
          <a:ext cx="49377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92240" y="4846320"/>
            <a:ext cx="4937760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98348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DECISION:  ORDER 105 units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118 ≤ 123 — trigger reached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The Daily Decision,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1 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118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2 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= OH + OO −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3 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55480" y="1737360"/>
            <a:ext cx="1993392" cy="118872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965960"/>
            <a:ext cx="1810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8E7"/>
                </a:solidFill>
                <a:latin typeface="Georgia"/>
              </a:defRPr>
            </a:pPr>
            <a:r>
              <a:t>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8E7"/>
                </a:solidFill>
                <a:latin typeface="Georgia"/>
              </a:defRPr>
            </a:pPr>
            <a:r>
              <a:t>≤ trigger?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583680" y="2926080"/>
            <a:ext cx="3383280" cy="86868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81360" y="2926080"/>
            <a:ext cx="0" cy="868680"/>
          </a:xfrm>
          <a:prstGeom prst="line">
            <a:avLst/>
          </a:prstGeom>
          <a:ln w="3175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06240" y="3794760"/>
            <a:ext cx="3108960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2743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YES → 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up to target 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794760"/>
            <a:ext cx="2770632" cy="1097280"/>
          </a:xfrm>
          <a:prstGeom prst="roundRect">
            <a:avLst/>
          </a:prstGeom>
          <a:solidFill>
            <a:srgbClr val="FFFDF6"/>
          </a:solidFill>
          <a:ln>
            <a:solidFill>
              <a:srgbClr val="7A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931920"/>
            <a:ext cx="24048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NO →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do not order today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49840" y="4892040"/>
            <a:ext cx="0" cy="73152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74519" y="5623560"/>
            <a:ext cx="8275321" cy="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74519" y="2926080"/>
            <a:ext cx="0" cy="269748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571500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WAIT returns to the next daily review — read the counts again tomorrow.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PRACTICE  • 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Order, or Wait?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17320"/>
            <a:ext cx="8165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5C3E"/>
                </a:solidFill>
                <a:latin typeface="Georgia"/>
              </a:defRPr>
            </a:pPr>
            <a:r>
              <a:t>Apply the rule:  order only when inventory position ≤ reorder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4480560" cy="196596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2860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97480"/>
            <a:ext cx="4023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5C3E"/>
                </a:solidFill>
                <a:latin typeface="Georgia"/>
              </a:defRPr>
            </a:pPr>
            <a:r>
              <a:t>already calculated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278892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vs.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2103120"/>
            <a:ext cx="4480560" cy="19659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2860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REORDER POINT (TRIGGER)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697480"/>
            <a:ext cx="4023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56616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5C3E"/>
                </a:solidFill>
                <a:latin typeface="Georgia"/>
              </a:defRPr>
            </a:pPr>
            <a:r>
              <a:t>from the worked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434840"/>
            <a:ext cx="8531352" cy="1097280"/>
          </a:xfrm>
          <a:prstGeom prst="roundRect">
            <a:avLst/>
          </a:prstGeom>
          <a:solidFill>
            <a:srgbClr val="FFFDF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572000"/>
            <a:ext cx="80741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Your call:   □  ORDER        □ 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How far is 135 from the trigger — and on which side?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064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Decide before turning the page — the answer is revealed on the next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ANSWER REVEAL  •  THEN: 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Watch Out for These Three Traps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9994392" cy="105156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645920"/>
            <a:ext cx="95371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PRACTICE ANSWER:  WAIT  —  position 135 is 12 units above the trigger of 123  (135 − 123 = 12).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Comparing on-hand alone with the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Always compare inventory position — on-hand + on-order − committed.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Multiplying safety stock by lead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Safety stock is added once: 95 + 28 = 123 units — not 28 ×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Treating a larger reorder point as the order quantity.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The reorder point is only a trigger. Order quantity = target − 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9943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larger trigger simply means you order earlier — not that you order more.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CHECKLIST  •  KEEP AT THE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Before You Order, Check Four Things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1874519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77272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1. Verify units — demand in units/day, lead time in days, stock in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2. Include existing orders — add on-order so you never double-order.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3. Subtract commitments — stock already promised is not available.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4. Check the trigger — order only if inventory position ≤ reorder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NUMBER LINE — WHERE DOES TODAY'S POSITION FALL?  (units)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74920"/>
            <a:ext cx="4425696" cy="5029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5166360"/>
            <a:ext cx="415137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ORDER ZONE  —  at or below 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5074920"/>
            <a:ext cx="5385816" cy="502920"/>
          </a:xfrm>
          <a:prstGeom prst="roundRect">
            <a:avLst/>
          </a:prstGeom>
          <a:solidFill>
            <a:srgbClr val="FFFDF6"/>
          </a:solidFill>
          <a:ln>
            <a:solidFill>
              <a:srgbClr val="7A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3016" y="5166360"/>
            <a:ext cx="511149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WAIT ZONE  —  above 123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709160"/>
            <a:ext cx="9994392" cy="0"/>
          </a:xfrm>
          <a:prstGeom prst="line">
            <a:avLst/>
          </a:prstGeom>
          <a:ln w="381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43400" y="4480560"/>
            <a:ext cx="0" cy="45720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20440" y="411480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118  ORDER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96128" y="4434840"/>
            <a:ext cx="0" cy="548640"/>
          </a:xfrm>
          <a:prstGeom prst="line">
            <a:avLst/>
          </a:prstGeom>
          <a:ln w="508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64608" y="411480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123  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4480560"/>
            <a:ext cx="0" cy="457200"/>
          </a:xfrm>
          <a:prstGeom prst="line">
            <a:avLst/>
          </a:prstGeom>
          <a:ln w="381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0" y="411480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5C3E"/>
                </a:solidFill>
                <a:latin typeface="Georgia"/>
              </a:defRPr>
            </a:pPr>
            <a:r>
              <a:t>135 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105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5806440"/>
            <a:ext cx="1280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145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6126480"/>
            <a:ext cx="81655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≤ 123 → ORDER up to target.   Position &gt; 123 → WAIT for the next daily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