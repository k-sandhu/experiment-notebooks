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52A99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52A99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01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Bring an item. Share a skill. Meet a neighbor.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901952"/>
            <a:ext cx="6629400" cy="185623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12264"/>
            <a:ext cx="610819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A welcoming place to try a repair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97480"/>
            <a:ext cx="6053328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This fictional cafe invites local residents to bring a small household item, explore a possible fix and learn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71231" y="2185416"/>
            <a:ext cx="4041648" cy="2286000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2414016"/>
            <a:ext cx="35204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Everyone can take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2962656"/>
            <a:ext cx="3502152" cy="12161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Join as a participant or volunteer. Volunteer roles include welcome, repair support and safety check.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05656"/>
            <a:ext cx="621792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The journey to event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4681728"/>
            <a:ext cx="184708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855464"/>
            <a:ext cx="1600200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Register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5056632"/>
            <a:ext cx="338328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44368" y="4681728"/>
            <a:ext cx="184708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4096" y="4855464"/>
            <a:ext cx="1627632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Prepare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91456" y="5056632"/>
            <a:ext cx="338328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29784" y="4681728"/>
            <a:ext cx="184708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4855464"/>
            <a:ext cx="1627632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Repair cafe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4892040"/>
            <a:ext cx="3493008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To volunteer, contact “Local organizer” by the end of week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69951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6C"/>
                </a:solidFill>
                <a:latin typeface="Arial"/>
              </a:defRPr>
            </a:pPr>
            <a:r>
              <a:t>Registration W1 • Training W2 • Events W5 • Follow-up W6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02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Four sessions. 162 places to take part.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83664"/>
            <a:ext cx="7132320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Available seats by session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2432304"/>
          <a:ext cx="7287768" cy="3374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6968" y="5879592"/>
            <a:ext cx="66751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6C"/>
                </a:solidFill>
                <a:latin typeface="Arial"/>
              </a:defRPr>
            </a:pPr>
            <a:r>
              <a:t>Unit: seats • 45 + 39 + 31 + 47 = 162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048256"/>
            <a:ext cx="3236976" cy="1700784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231136"/>
            <a:ext cx="2779776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D8502B"/>
                </a:solidFill>
                <a:latin typeface="Arial"/>
              </a:defRPr>
            </a:pPr>
            <a:r>
              <a:t>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054096"/>
            <a:ext cx="2779776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total seats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7928" y="4050791"/>
            <a:ext cx="299008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4242816"/>
            <a:ext cx="253288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4928616"/>
            <a:ext cx="2532888" cy="374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every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03 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37 volunteers, many ways to lend a hand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12648" y="1938528"/>
            <a:ext cx="3712463" cy="3483864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310896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D8502B"/>
                </a:solidFill>
                <a:latin typeface="Arial"/>
              </a:defRPr>
            </a:pPr>
            <a:r>
              <a:t>111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200400"/>
            <a:ext cx="3026664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37 volunteers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× 3 hours each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197096"/>
            <a:ext cx="2642616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05256" y="4443984"/>
            <a:ext cx="301752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37 × 3 = 111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planned volunteer-hours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5736" y="1920240"/>
            <a:ext cx="66568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2075688"/>
            <a:ext cx="1984248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093976"/>
            <a:ext cx="3931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Greet residents and help them get started.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227832"/>
            <a:ext cx="66568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3383280"/>
            <a:ext cx="2029968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Repair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3401568"/>
            <a:ext cx="3931920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Help explore fixes within available skills and parts.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45736" y="4535424"/>
            <a:ext cx="66568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4709160"/>
            <a:ext cx="205740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4709160"/>
            <a:ext cx="3931920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Help flag concerns; this is not safety certification.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879592"/>
            <a:ext cx="105887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6C"/>
                </a:solidFill>
                <a:latin typeface="Arial"/>
              </a:defRPr>
            </a:pPr>
            <a:r>
              <a:t>These roles do not imply specialist qualifications. Volunteer training is in week 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04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A $3,160 budget for the campaign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8096" y="1929384"/>
            <a:ext cx="6949440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Planned spending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487168"/>
          <a:ext cx="6766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486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item</a:t>
                      </a:r>
                    </a:p>
                  </a:txBody>
                  <a:tcPr marL="64008" marR="64008" marT="36576" marB="36576">
                    <a:solidFill>
                      <a:srgbClr val="526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5264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3,160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01583" y="2066543"/>
            <a:ext cx="3456432" cy="2020824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2313432"/>
            <a:ext cx="29535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8502B"/>
                </a:solidFill>
                <a:latin typeface="Arial"/>
              </a:defRPr>
            </a:pPr>
            <a:r>
              <a:t>$1,270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2" y="3099816"/>
            <a:ext cx="2926080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Materials are the largest budget item.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7616" y="4489704"/>
            <a:ext cx="2898648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The total adds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5047488"/>
            <a:ext cx="2898648" cy="7863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$1,270 + $950 + $640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+ $300 = $3,160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Budget amounts shown in dollars ($)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05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Prepare together, then meet in week 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2011680"/>
            <a:ext cx="1874519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194560"/>
            <a:ext cx="154533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97480"/>
            <a:ext cx="1545336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opens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16352" y="2011680"/>
            <a:ext cx="1874519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2194560"/>
            <a:ext cx="154533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697480"/>
            <a:ext cx="1545336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Volunteer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training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90872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38344" y="2011680"/>
            <a:ext cx="1874519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2194560"/>
            <a:ext cx="154533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697480"/>
            <a:ext cx="1545336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confirmation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0336" y="1883664"/>
            <a:ext cx="1874519" cy="1892807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7" y="2194560"/>
            <a:ext cx="154533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8502B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2697480"/>
            <a:ext cx="1545336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Repair cafe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events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34856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82328" y="2011680"/>
            <a:ext cx="2103120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194560"/>
            <a:ext cx="177393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697480"/>
            <a:ext cx="1773936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1 week later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" y="4379976"/>
            <a:ext cx="10049256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562856"/>
            <a:ext cx="9473184" cy="374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Two requirements before events can go ahead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093208"/>
            <a:ext cx="9473184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Week 2 training completed AND venue confirmed in week 3.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Both are required for the week 5 events.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Milestones shown; weeks relative to campaign launch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06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Bring one small household item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965960"/>
            <a:ext cx="3675887" cy="3566160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3099816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D8502B"/>
                </a:solidFill>
                <a:latin typeface="Arial"/>
              </a:defRPr>
            </a:pPr>
            <a:r>
              <a:t>1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300984"/>
            <a:ext cx="3063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A small household item you would like help fixing.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553712"/>
            <a:ext cx="30632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Come ready to explore what may be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9744" y="2157984"/>
            <a:ext cx="6629400" cy="1435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350008"/>
            <a:ext cx="60807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Walk-ins are 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907792"/>
            <a:ext cx="6080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Space is limited to each session’s capacity.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6632" y="3922776"/>
            <a:ext cx="640080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123944"/>
            <a:ext cx="58521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A repair is a possibility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4700016"/>
            <a:ext cx="5806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Repairs depend on available skills and parts. There is no guaranteed repair or safety certification.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07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Last synthetic trial: 54 of 90 items repaired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86384" y="1938528"/>
            <a:ext cx="7031736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Last synthetic trial • Outcomes in items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4944" y="2532888"/>
          <a:ext cx="7132320" cy="31455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6112" y="5824728"/>
            <a:ext cx="67665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6C"/>
                </a:solidFill>
                <a:latin typeface="Arial"/>
              </a:defRPr>
            </a:pPr>
            <a:r>
              <a:t>54 + 22 + 14 = 90 items assessed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8744" y="2075688"/>
            <a:ext cx="3355848" cy="2167128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2286000"/>
            <a:ext cx="2862072" cy="7955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D8502B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3264408"/>
            <a:ext cx="2862072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3758184"/>
            <a:ext cx="286207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54 ÷ 90 × 100 = 60.0%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4663440"/>
            <a:ext cx="2779776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6C"/>
                </a:solidFill>
                <a:latin typeface="Arial"/>
              </a:defRPr>
            </a:pPr>
            <a:r>
              <a:t>A synthetic example of possible outcomes. Future repairs depend on skills and parts.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Trial results do not guarantee a repair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08 JOIN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Join us by the end of week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993392"/>
            <a:ext cx="5102352" cy="19751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31136"/>
            <a:ext cx="4553712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Sign up as a participant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0360"/>
            <a:ext cx="4535424" cy="7406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Plan to bring one small household item to a week 5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2258568"/>
            <a:ext cx="5294376" cy="19751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2496312"/>
            <a:ext cx="4745736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Sign up as a volunteer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3145536"/>
            <a:ext cx="4718304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Help with welcome, repair support or safety check. Training is in week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608576"/>
            <a:ext cx="10085832" cy="1271016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809744"/>
            <a:ext cx="5980176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Contact: Local organizer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5376672"/>
            <a:ext cx="5980176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6C"/>
                </a:solidFill>
                <a:latin typeface="Arial"/>
              </a:defRPr>
            </a:pPr>
            <a:r>
              <a:t>Contact placeholder for this fictional campaign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873752"/>
            <a:ext cx="3246120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8502B"/>
                </a:solidFill>
                <a:latin typeface="Arial"/>
              </a:defRPr>
            </a:pPr>
            <a:r>
              <a:t>Sign up: end of 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8502B"/>
                </a:solidFill>
                <a:latin typeface="Arial"/>
              </a:defRPr>
            </a:pPr>
            <a:r>
              <a:t>Events: week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Walk-ins welcome within session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