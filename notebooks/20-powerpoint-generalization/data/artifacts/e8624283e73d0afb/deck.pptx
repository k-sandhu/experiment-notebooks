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Failed</c:v>
                </c:pt>
                <c:pt idx="1">
                  <c:v>Did not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1180</c:v>
                </c:pt>
                <c:pt idx="1">
                  <c:v>7820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BDCF"/>
                </a:solidFill>
                <a:latin typeface="Calibri"/>
              </a:defRPr>
            </a:pPr>
            <a:r>
              <a:t>SUMMARY  /  FICTIONAL INCIDENT  /  INTERNAL TECHNICAL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3035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FFD700"/>
                </a:solidFill>
                <a:latin typeface="Calibri"/>
              </a:defRPr>
            </a:pPr>
            <a:r>
              <a:t>74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Incident window: 09:00–10:14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38528"/>
            <a:ext cx="5074920" cy="2331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38528"/>
            <a:ext cx="118872" cy="2331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RECOVERY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4805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Error rate returned to baseline at 10:14, after rollback completed at 09:48.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7091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9377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51663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3246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1,180 failed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 9,000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212080"/>
            <a:ext cx="3246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Connection pool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saturation 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440680"/>
            <a:ext cx="3246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Root cause remains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working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Scope, sequence and evidence reviewed separately.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IMPACT: REQUESTS, NOT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Incident-window totals  |  09:00–10:14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8404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749039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Window-wide failure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1,180 ÷ 9,000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= 13.1%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37360"/>
            <a:ext cx="6309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9,000 TOTAL REQUESTS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0" y="2331720"/>
          <a:ext cx="64922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0" y="4828032"/>
            <a:ext cx="6217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BDCF"/>
                </a:solidFill>
                <a:latin typeface="Calibri"/>
              </a:defRPr>
            </a:pPr>
            <a:r>
              <a:t>Unit: requests  •  9,000 − 1,180 = 7,820 did not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40680"/>
            <a:ext cx="10652760" cy="7589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577840"/>
            <a:ext cx="10241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Distinct affected users are unknown. Request counts do not measure people.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Failure rate uses all requests in the incident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74 MINUTES, SIX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BDCF"/>
                </a:solidFill>
                <a:latin typeface="Calibri"/>
              </a:defRPr>
            </a:pPr>
            <a:r>
              <a:t>TIMELINE  /  Positions reflect elapsed time from deployment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474720"/>
            <a:ext cx="104698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54987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27832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75350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4208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292840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20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63547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36392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83910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2768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01400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828800"/>
            <a:ext cx="21031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2194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828800"/>
            <a:ext cx="2788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206240"/>
            <a:ext cx="2651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828800"/>
            <a:ext cx="2971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206240"/>
            <a:ext cx="274320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Error rate returns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623560"/>
            <a:ext cx="10652760" cy="566928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8 min to first alert     •     13 min rollback     •     26 min from rollback completion to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Total duration: 10:14 − 09:00 = 74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ERROR RATE: SIX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Unit: percent (%)  /  Observation times span 09:00–10:15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8308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0" y="1901952"/>
            <a:ext cx="228600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108960"/>
            <a:ext cx="2286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Highest supplied observation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at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434840"/>
            <a:ext cx="22860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Baseline return was recorded at 10:14, between chart observations.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61888"/>
            <a:ext cx="10424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Window-wide rate = 13.1% from request totals. These six observations are a separate measure.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The 10:15 observation falls outside the 09:00–10:14 incident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Calibri"/>
              </a:defRPr>
            </a:pPr>
            <a:r>
              <a:t>EVIDENCE BEFORE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8BDCF"/>
                </a:solidFill>
                <a:latin typeface="Calibri"/>
              </a:defRPr>
            </a:pPr>
            <a:r>
              <a:t>The observed sequence supports investigation; causation remains untested.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074920" cy="315468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749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26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44805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Recovery after rollback.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166360" cy="315468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240280"/>
            <a:ext cx="109728" cy="3154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262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WORKING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57600"/>
            <a:ext cx="44805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669280"/>
            <a:ext cx="960120" cy="1188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504688"/>
            <a:ext cx="937260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Temporal association does not establish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FFF"/>
                </a:solidFill>
                <a:latin typeface="Calibri"/>
              </a:defRPr>
            </a:pPr>
            <a:r>
              <a:t>RESPONSE: ROLLBACK, THEN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8BDCF"/>
                </a:solidFill>
                <a:latin typeface="Calibri"/>
              </a:defRPr>
            </a:pPr>
            <a:r>
              <a:t>Operational sequence and restoration authority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0916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0372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9828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8580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2194560"/>
            <a:ext cx="18288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2194560"/>
            <a:ext cx="20574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 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3 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37744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  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404872"/>
            <a:ext cx="1874519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3840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09:08 first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09:17 investigation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1920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09:35–09:48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On-call executes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033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Baseline returns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074920"/>
            <a:ext cx="10652760" cy="1033271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66944"/>
            <a:ext cx="101955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On-call handles rollback. The service owner authorizes restoration.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Baseline verification follows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ACTIONS: TWO STILL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Owners, deadlines and current status  /  Deadlines shown as supplied day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5438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257800"/>
            <a:ext cx="11887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100126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 of 3 actions complete. Retry controls and causal validation remain planned.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Planned work is not represented as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RECOVERED. WORK REMAINS.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LESSONS  /  Preserve the boundaries of 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777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874519"/>
            <a:ext cx="7315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56231"/>
            <a:ext cx="9098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SEPARATE OBSERVATION FROM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9052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Saturation and recovery were observed; retry amplification remains unproven.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777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246120"/>
            <a:ext cx="7315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227832"/>
            <a:ext cx="8732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KEEP REQUESTS DISTINCT FROM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94760"/>
            <a:ext cx="8641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1,180 failed requests; the number of distinct affected users is unknown.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800600"/>
            <a:ext cx="1065276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01768"/>
            <a:ext cx="10058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B0C15"/>
                </a:solidFill>
                <a:latin typeface="Calibri"/>
              </a:defRPr>
            </a:pPr>
            <a:r>
              <a:t>RECOVERY IS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59552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Preventing recurrence still depends on the planned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Carry the open actions into the retrospective.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